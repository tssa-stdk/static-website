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3" r:id="rId4"/>
  </p:sldMasterIdLst>
  <p:notesMasterIdLst>
    <p:notesMasterId r:id="rId12"/>
  </p:notesMasterIdLst>
  <p:handoutMasterIdLst>
    <p:handoutMasterId r:id="rId13"/>
  </p:handoutMasterIdLst>
  <p:sldIdLst>
    <p:sldId id="395" r:id="rId5"/>
    <p:sldId id="404" r:id="rId6"/>
    <p:sldId id="403" r:id="rId7"/>
    <p:sldId id="398" r:id="rId8"/>
    <p:sldId id="399" r:id="rId9"/>
    <p:sldId id="401" r:id="rId10"/>
    <p:sldId id="402" r:id="rId11"/>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Title slides" id="{69D25DEA-0682-4E59-A8CB-1928D33EBCF4}">
          <p14:sldIdLst>
            <p14:sldId id="395"/>
            <p14:sldId id="404"/>
            <p14:sldId id="403"/>
            <p14:sldId id="398"/>
            <p14:sldId id="399"/>
            <p14:sldId id="401"/>
            <p14:sldId id="40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kta Hariyani" initials="EH" lastIdx="12" clrIdx="0">
    <p:extLst>
      <p:ext uri="{19B8F6BF-5375-455C-9EA6-DF929625EA0E}">
        <p15:presenceInfo xmlns:p15="http://schemas.microsoft.com/office/powerpoint/2012/main" userId="S::EH00502061@techmahindra.com::c7470e6c-7493-4c02-b010-b9ad839de6b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152E"/>
    <a:srgbClr val="AA1229"/>
    <a:srgbClr val="E92F4A"/>
    <a:srgbClr val="576469"/>
    <a:srgbClr val="4A5154"/>
    <a:srgbClr val="68787D"/>
    <a:srgbClr val="E82440"/>
    <a:srgbClr val="696969"/>
    <a:srgbClr val="5A5B5E"/>
    <a:srgbClr val="6D6E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567" autoAdjust="0"/>
  </p:normalViewPr>
  <p:slideViewPr>
    <p:cSldViewPr snapToGrid="0" showGuides="1">
      <p:cViewPr varScale="1">
        <p:scale>
          <a:sx n="74" d="100"/>
          <a:sy n="74" d="100"/>
        </p:scale>
        <p:origin x="376" y="56"/>
      </p:cViewPr>
      <p:guideLst>
        <p:guide orient="horz" pos="2160"/>
        <p:guide pos="3840"/>
      </p:guideLst>
    </p:cSldViewPr>
  </p:slideViewPr>
  <p:notesTextViewPr>
    <p:cViewPr>
      <p:scale>
        <a:sx n="100" d="100"/>
        <a:sy n="100" d="100"/>
      </p:scale>
      <p:origin x="0" y="0"/>
    </p:cViewPr>
  </p:notesTextViewPr>
  <p:notesViewPr>
    <p:cSldViewPr snapToGrid="0" showGuides="1">
      <p:cViewPr varScale="1">
        <p:scale>
          <a:sx n="55" d="100"/>
          <a:sy n="55" d="100"/>
        </p:scale>
        <p:origin x="2880"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9537C3C-A511-4695-A2D5-8D5EBB18CE89}" type="datetimeFigureOut">
              <a:rPr lang="en-US" smtClean="0"/>
              <a:t>9/29/2025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51BF179-C15B-4065-B427-452918E62421}" type="slidenum">
              <a:rPr lang="en-US" smtClean="0"/>
              <a:t>‹#›</a:t>
            </a:fld>
            <a:endParaRPr lang="en-US"/>
          </a:p>
        </p:txBody>
      </p:sp>
    </p:spTree>
    <p:extLst>
      <p:ext uri="{BB962C8B-B14F-4D97-AF65-F5344CB8AC3E}">
        <p14:creationId xmlns:p14="http://schemas.microsoft.com/office/powerpoint/2010/main" val="1559709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7354014B-7070-40DE-9179-9FC2FBEDFC8E}" type="datetimeFigureOut">
              <a:rPr lang="en-US"/>
              <a:pPr>
                <a:defRPr/>
              </a:pPr>
              <a:t>9/29/2025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8C002942-9E23-44FC-9F91-B8D3DD73426D}" type="slidenum">
              <a:rPr lang="en-US"/>
              <a:pPr>
                <a:defRPr/>
              </a:pPr>
              <a:t>‹#›</a:t>
            </a:fld>
            <a:endParaRPr lang="en-US" dirty="0"/>
          </a:p>
        </p:txBody>
      </p:sp>
    </p:spTree>
    <p:extLst>
      <p:ext uri="{BB962C8B-B14F-4D97-AF65-F5344CB8AC3E}">
        <p14:creationId xmlns:p14="http://schemas.microsoft.com/office/powerpoint/2010/main" val="86927296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B12749E-80E9-415C-ADF9-A71C2E3DB349}"/>
              </a:ext>
            </a:extLst>
          </p:cNvPr>
          <p:cNvSpPr>
            <a:spLocks noGrp="1"/>
          </p:cNvSpPr>
          <p:nvPr>
            <p:ph type="title"/>
          </p:nvPr>
        </p:nvSpPr>
        <p:spPr>
          <a:xfrm>
            <a:off x="955766" y="1773284"/>
            <a:ext cx="10515600" cy="682534"/>
          </a:xfrm>
          <a:prstGeom prst="rect">
            <a:avLst/>
          </a:prstGeom>
        </p:spPr>
        <p:txBody>
          <a:bodyPr/>
          <a:lstStyle>
            <a:lvl1pPr>
              <a:lnSpc>
                <a:spcPct val="100000"/>
              </a:lnSpc>
              <a:defRPr sz="3200">
                <a:latin typeface="Arial" panose="020B0604020202020204" pitchFamily="34" charset="0"/>
                <a:cs typeface="Arial" panose="020B0604020202020204" pitchFamily="34" charset="0"/>
              </a:defRPr>
            </a:lvl1pPr>
          </a:lstStyle>
          <a:p>
            <a:r>
              <a:rPr lang="en-US"/>
              <a:t>Click to edit Master title style</a:t>
            </a:r>
            <a:endParaRPr lang="en-US" dirty="0"/>
          </a:p>
        </p:txBody>
      </p:sp>
      <p:pic>
        <p:nvPicPr>
          <p:cNvPr id="18" name="Graphic 17">
            <a:extLst>
              <a:ext uri="{FF2B5EF4-FFF2-40B4-BE49-F238E27FC236}">
                <a16:creationId xmlns:a16="http://schemas.microsoft.com/office/drawing/2014/main" id="{05E27919-3A51-484A-8181-59724866C9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34302" y="451485"/>
            <a:ext cx="1628967" cy="410664"/>
          </a:xfrm>
          <a:prstGeom prst="rect">
            <a:avLst/>
          </a:prstGeom>
        </p:spPr>
      </p:pic>
      <p:sp>
        <p:nvSpPr>
          <p:cNvPr id="24" name="Picture Placeholder 23">
            <a:extLst>
              <a:ext uri="{FF2B5EF4-FFF2-40B4-BE49-F238E27FC236}">
                <a16:creationId xmlns:a16="http://schemas.microsoft.com/office/drawing/2014/main" id="{EC5B4B4D-40E1-4E0B-8AEF-74ADFA74EB23}"/>
              </a:ext>
            </a:extLst>
          </p:cNvPr>
          <p:cNvSpPr>
            <a:spLocks noGrp="1"/>
          </p:cNvSpPr>
          <p:nvPr>
            <p:ph type="pic" sz="quarter" idx="11"/>
          </p:nvPr>
        </p:nvSpPr>
        <p:spPr>
          <a:xfrm>
            <a:off x="0" y="-9526"/>
            <a:ext cx="12204700" cy="6899609"/>
          </a:xfrm>
          <a:custGeom>
            <a:avLst/>
            <a:gdLst>
              <a:gd name="connsiteX0" fmla="*/ 0 w 12204700"/>
              <a:gd name="connsiteY0" fmla="*/ 0 h 6858000"/>
              <a:gd name="connsiteX1" fmla="*/ 12204700 w 12204700"/>
              <a:gd name="connsiteY1" fmla="*/ 0 h 6858000"/>
              <a:gd name="connsiteX2" fmla="*/ 12204700 w 12204700"/>
              <a:gd name="connsiteY2" fmla="*/ 6858000 h 6858000"/>
              <a:gd name="connsiteX3" fmla="*/ 0 w 12204700"/>
              <a:gd name="connsiteY3" fmla="*/ 6858000 h 6858000"/>
              <a:gd name="connsiteX4" fmla="*/ 0 w 12204700"/>
              <a:gd name="connsiteY4" fmla="*/ 0 h 6858000"/>
              <a:gd name="connsiteX0" fmla="*/ 0 w 12204700"/>
              <a:gd name="connsiteY0" fmla="*/ 0 h 6858000"/>
              <a:gd name="connsiteX1" fmla="*/ 12204700 w 12204700"/>
              <a:gd name="connsiteY1" fmla="*/ 0 h 6858000"/>
              <a:gd name="connsiteX2" fmla="*/ 12204700 w 12204700"/>
              <a:gd name="connsiteY2" fmla="*/ 6858000 h 6858000"/>
              <a:gd name="connsiteX3" fmla="*/ 0 w 12204700"/>
              <a:gd name="connsiteY3" fmla="*/ 6858000 h 6858000"/>
              <a:gd name="connsiteX4" fmla="*/ 0 w 12204700"/>
              <a:gd name="connsiteY4" fmla="*/ 0 h 6858000"/>
              <a:gd name="connsiteX0" fmla="*/ 0 w 12204700"/>
              <a:gd name="connsiteY0" fmla="*/ 0 h 6858000"/>
              <a:gd name="connsiteX1" fmla="*/ 12204700 w 12204700"/>
              <a:gd name="connsiteY1" fmla="*/ 0 h 6858000"/>
              <a:gd name="connsiteX2" fmla="*/ 12204700 w 12204700"/>
              <a:gd name="connsiteY2" fmla="*/ 6858000 h 6858000"/>
              <a:gd name="connsiteX3" fmla="*/ 0 w 12204700"/>
              <a:gd name="connsiteY3" fmla="*/ 6858000 h 6858000"/>
              <a:gd name="connsiteX4" fmla="*/ 0 w 12204700"/>
              <a:gd name="connsiteY4" fmla="*/ 0 h 6858000"/>
              <a:gd name="connsiteX0" fmla="*/ 0 w 12204700"/>
              <a:gd name="connsiteY0" fmla="*/ 0 h 6858000"/>
              <a:gd name="connsiteX1" fmla="*/ 12204700 w 12204700"/>
              <a:gd name="connsiteY1" fmla="*/ 0 h 6858000"/>
              <a:gd name="connsiteX2" fmla="*/ 12204700 w 12204700"/>
              <a:gd name="connsiteY2" fmla="*/ 6858000 h 6858000"/>
              <a:gd name="connsiteX3" fmla="*/ 0 w 12204700"/>
              <a:gd name="connsiteY3" fmla="*/ 6858000 h 6858000"/>
              <a:gd name="connsiteX4" fmla="*/ 0 w 12204700"/>
              <a:gd name="connsiteY4" fmla="*/ 0 h 6858000"/>
              <a:gd name="connsiteX0" fmla="*/ 0 w 12204700"/>
              <a:gd name="connsiteY0" fmla="*/ 1684421 h 6858000"/>
              <a:gd name="connsiteX1" fmla="*/ 12204700 w 12204700"/>
              <a:gd name="connsiteY1" fmla="*/ 0 h 6858000"/>
              <a:gd name="connsiteX2" fmla="*/ 12204700 w 12204700"/>
              <a:gd name="connsiteY2" fmla="*/ 6858000 h 6858000"/>
              <a:gd name="connsiteX3" fmla="*/ 0 w 12204700"/>
              <a:gd name="connsiteY3" fmla="*/ 6858000 h 6858000"/>
              <a:gd name="connsiteX4" fmla="*/ 0 w 12204700"/>
              <a:gd name="connsiteY4" fmla="*/ 1684421 h 6858000"/>
              <a:gd name="connsiteX0" fmla="*/ 0 w 12204700"/>
              <a:gd name="connsiteY0" fmla="*/ 1716505 h 6890084"/>
              <a:gd name="connsiteX1" fmla="*/ 4761163 w 12204700"/>
              <a:gd name="connsiteY1" fmla="*/ 0 h 6890084"/>
              <a:gd name="connsiteX2" fmla="*/ 12204700 w 12204700"/>
              <a:gd name="connsiteY2" fmla="*/ 32084 h 6890084"/>
              <a:gd name="connsiteX3" fmla="*/ 12204700 w 12204700"/>
              <a:gd name="connsiteY3" fmla="*/ 6890084 h 6890084"/>
              <a:gd name="connsiteX4" fmla="*/ 0 w 12204700"/>
              <a:gd name="connsiteY4" fmla="*/ 6890084 h 6890084"/>
              <a:gd name="connsiteX5" fmla="*/ 0 w 12204700"/>
              <a:gd name="connsiteY5" fmla="*/ 1716505 h 6890084"/>
              <a:gd name="connsiteX0" fmla="*/ 0 w 12204700"/>
              <a:gd name="connsiteY0" fmla="*/ 1716505 h 6890084"/>
              <a:gd name="connsiteX1" fmla="*/ 4761163 w 12204700"/>
              <a:gd name="connsiteY1" fmla="*/ 0 h 6890084"/>
              <a:gd name="connsiteX2" fmla="*/ 12204700 w 12204700"/>
              <a:gd name="connsiteY2" fmla="*/ 32084 h 6890084"/>
              <a:gd name="connsiteX3" fmla="*/ 12204700 w 12204700"/>
              <a:gd name="connsiteY3" fmla="*/ 6890084 h 6890084"/>
              <a:gd name="connsiteX4" fmla="*/ 0 w 12204700"/>
              <a:gd name="connsiteY4" fmla="*/ 6890084 h 6890084"/>
              <a:gd name="connsiteX5" fmla="*/ 0 w 12204700"/>
              <a:gd name="connsiteY5" fmla="*/ 1716505 h 6890084"/>
              <a:gd name="connsiteX0" fmla="*/ 0 w 12204700"/>
              <a:gd name="connsiteY0" fmla="*/ 1716505 h 6890084"/>
              <a:gd name="connsiteX1" fmla="*/ 4761163 w 12204700"/>
              <a:gd name="connsiteY1" fmla="*/ 0 h 6890084"/>
              <a:gd name="connsiteX2" fmla="*/ 12204700 w 12204700"/>
              <a:gd name="connsiteY2" fmla="*/ 32084 h 6890084"/>
              <a:gd name="connsiteX3" fmla="*/ 12204700 w 12204700"/>
              <a:gd name="connsiteY3" fmla="*/ 6890084 h 6890084"/>
              <a:gd name="connsiteX4" fmla="*/ 0 w 12204700"/>
              <a:gd name="connsiteY4" fmla="*/ 6890084 h 6890084"/>
              <a:gd name="connsiteX5" fmla="*/ 0 w 12204700"/>
              <a:gd name="connsiteY5" fmla="*/ 1716505 h 6890084"/>
              <a:gd name="connsiteX0" fmla="*/ 0 w 12204700"/>
              <a:gd name="connsiteY0" fmla="*/ 1716505 h 6890084"/>
              <a:gd name="connsiteX1" fmla="*/ 4761163 w 12204700"/>
              <a:gd name="connsiteY1" fmla="*/ 0 h 6890084"/>
              <a:gd name="connsiteX2" fmla="*/ 12204700 w 12204700"/>
              <a:gd name="connsiteY2" fmla="*/ 32084 h 6890084"/>
              <a:gd name="connsiteX3" fmla="*/ 12204700 w 12204700"/>
              <a:gd name="connsiteY3" fmla="*/ 6890084 h 6890084"/>
              <a:gd name="connsiteX4" fmla="*/ 0 w 12204700"/>
              <a:gd name="connsiteY4" fmla="*/ 6890084 h 6890084"/>
              <a:gd name="connsiteX5" fmla="*/ 0 w 12204700"/>
              <a:gd name="connsiteY5" fmla="*/ 1716505 h 6890084"/>
              <a:gd name="connsiteX0" fmla="*/ 0 w 12204700"/>
              <a:gd name="connsiteY0" fmla="*/ 1732547 h 6906126"/>
              <a:gd name="connsiteX1" fmla="*/ 4761163 w 12204700"/>
              <a:gd name="connsiteY1" fmla="*/ 0 h 6906126"/>
              <a:gd name="connsiteX2" fmla="*/ 12204700 w 12204700"/>
              <a:gd name="connsiteY2" fmla="*/ 48126 h 6906126"/>
              <a:gd name="connsiteX3" fmla="*/ 12204700 w 12204700"/>
              <a:gd name="connsiteY3" fmla="*/ 6906126 h 6906126"/>
              <a:gd name="connsiteX4" fmla="*/ 0 w 12204700"/>
              <a:gd name="connsiteY4" fmla="*/ 6906126 h 6906126"/>
              <a:gd name="connsiteX5" fmla="*/ 0 w 12204700"/>
              <a:gd name="connsiteY5" fmla="*/ 1732547 h 6906126"/>
              <a:gd name="connsiteX0" fmla="*/ 0 w 12204700"/>
              <a:gd name="connsiteY0" fmla="*/ 1732547 h 6906126"/>
              <a:gd name="connsiteX1" fmla="*/ 4761163 w 12204700"/>
              <a:gd name="connsiteY1" fmla="*/ 0 h 6906126"/>
              <a:gd name="connsiteX2" fmla="*/ 12204700 w 12204700"/>
              <a:gd name="connsiteY2" fmla="*/ 48126 h 6906126"/>
              <a:gd name="connsiteX3" fmla="*/ 12204700 w 12204700"/>
              <a:gd name="connsiteY3" fmla="*/ 6906126 h 6906126"/>
              <a:gd name="connsiteX4" fmla="*/ 0 w 12204700"/>
              <a:gd name="connsiteY4" fmla="*/ 6906126 h 6906126"/>
              <a:gd name="connsiteX5" fmla="*/ 0 w 12204700"/>
              <a:gd name="connsiteY5" fmla="*/ 1732547 h 6906126"/>
              <a:gd name="connsiteX0" fmla="*/ 0 w 12204700"/>
              <a:gd name="connsiteY0" fmla="*/ 1716505 h 6890084"/>
              <a:gd name="connsiteX1" fmla="*/ 4408237 w 12204700"/>
              <a:gd name="connsiteY1" fmla="*/ 0 h 6890084"/>
              <a:gd name="connsiteX2" fmla="*/ 12204700 w 12204700"/>
              <a:gd name="connsiteY2" fmla="*/ 32084 h 6890084"/>
              <a:gd name="connsiteX3" fmla="*/ 12204700 w 12204700"/>
              <a:gd name="connsiteY3" fmla="*/ 6890084 h 6890084"/>
              <a:gd name="connsiteX4" fmla="*/ 0 w 12204700"/>
              <a:gd name="connsiteY4" fmla="*/ 6890084 h 6890084"/>
              <a:gd name="connsiteX5" fmla="*/ 0 w 12204700"/>
              <a:gd name="connsiteY5" fmla="*/ 1716505 h 6890084"/>
              <a:gd name="connsiteX0" fmla="*/ 0 w 12204700"/>
              <a:gd name="connsiteY0" fmla="*/ 1716505 h 6890084"/>
              <a:gd name="connsiteX1" fmla="*/ 4408237 w 12204700"/>
              <a:gd name="connsiteY1" fmla="*/ 0 h 6890084"/>
              <a:gd name="connsiteX2" fmla="*/ 12204700 w 12204700"/>
              <a:gd name="connsiteY2" fmla="*/ 32084 h 6890084"/>
              <a:gd name="connsiteX3" fmla="*/ 12204700 w 12204700"/>
              <a:gd name="connsiteY3" fmla="*/ 6890084 h 6890084"/>
              <a:gd name="connsiteX4" fmla="*/ 0 w 12204700"/>
              <a:gd name="connsiteY4" fmla="*/ 6890084 h 6890084"/>
              <a:gd name="connsiteX5" fmla="*/ 0 w 12204700"/>
              <a:gd name="connsiteY5" fmla="*/ 1716505 h 6890084"/>
              <a:gd name="connsiteX0" fmla="*/ 0 w 12204700"/>
              <a:gd name="connsiteY0" fmla="*/ 1754605 h 6890084"/>
              <a:gd name="connsiteX1" fmla="*/ 4408237 w 12204700"/>
              <a:gd name="connsiteY1" fmla="*/ 0 h 6890084"/>
              <a:gd name="connsiteX2" fmla="*/ 12204700 w 12204700"/>
              <a:gd name="connsiteY2" fmla="*/ 32084 h 6890084"/>
              <a:gd name="connsiteX3" fmla="*/ 12204700 w 12204700"/>
              <a:gd name="connsiteY3" fmla="*/ 6890084 h 6890084"/>
              <a:gd name="connsiteX4" fmla="*/ 0 w 12204700"/>
              <a:gd name="connsiteY4" fmla="*/ 6890084 h 6890084"/>
              <a:gd name="connsiteX5" fmla="*/ 0 w 12204700"/>
              <a:gd name="connsiteY5" fmla="*/ 1754605 h 6890084"/>
              <a:gd name="connsiteX0" fmla="*/ 0 w 12204700"/>
              <a:gd name="connsiteY0" fmla="*/ 1735555 h 6871034"/>
              <a:gd name="connsiteX1" fmla="*/ 4474912 w 12204700"/>
              <a:gd name="connsiteY1" fmla="*/ 0 h 6871034"/>
              <a:gd name="connsiteX2" fmla="*/ 12204700 w 12204700"/>
              <a:gd name="connsiteY2" fmla="*/ 13034 h 6871034"/>
              <a:gd name="connsiteX3" fmla="*/ 12204700 w 12204700"/>
              <a:gd name="connsiteY3" fmla="*/ 6871034 h 6871034"/>
              <a:gd name="connsiteX4" fmla="*/ 0 w 12204700"/>
              <a:gd name="connsiteY4" fmla="*/ 6871034 h 6871034"/>
              <a:gd name="connsiteX5" fmla="*/ 0 w 12204700"/>
              <a:gd name="connsiteY5" fmla="*/ 1735555 h 6871034"/>
              <a:gd name="connsiteX0" fmla="*/ 0 w 12204700"/>
              <a:gd name="connsiteY0" fmla="*/ 1764130 h 6899609"/>
              <a:gd name="connsiteX1" fmla="*/ 4484437 w 12204700"/>
              <a:gd name="connsiteY1" fmla="*/ 0 h 6899609"/>
              <a:gd name="connsiteX2" fmla="*/ 12204700 w 12204700"/>
              <a:gd name="connsiteY2" fmla="*/ 41609 h 6899609"/>
              <a:gd name="connsiteX3" fmla="*/ 12204700 w 12204700"/>
              <a:gd name="connsiteY3" fmla="*/ 6899609 h 6899609"/>
              <a:gd name="connsiteX4" fmla="*/ 0 w 12204700"/>
              <a:gd name="connsiteY4" fmla="*/ 6899609 h 6899609"/>
              <a:gd name="connsiteX5" fmla="*/ 0 w 12204700"/>
              <a:gd name="connsiteY5" fmla="*/ 1764130 h 6899609"/>
              <a:gd name="connsiteX0" fmla="*/ 0 w 12204700"/>
              <a:gd name="connsiteY0" fmla="*/ 1764130 h 6899609"/>
              <a:gd name="connsiteX1" fmla="*/ 4484437 w 12204700"/>
              <a:gd name="connsiteY1" fmla="*/ 0 h 6899609"/>
              <a:gd name="connsiteX2" fmla="*/ 12204700 w 12204700"/>
              <a:gd name="connsiteY2" fmla="*/ 13034 h 6899609"/>
              <a:gd name="connsiteX3" fmla="*/ 12204700 w 12204700"/>
              <a:gd name="connsiteY3" fmla="*/ 6899609 h 6899609"/>
              <a:gd name="connsiteX4" fmla="*/ 0 w 12204700"/>
              <a:gd name="connsiteY4" fmla="*/ 6899609 h 6899609"/>
              <a:gd name="connsiteX5" fmla="*/ 0 w 12204700"/>
              <a:gd name="connsiteY5" fmla="*/ 1764130 h 6899609"/>
              <a:gd name="connsiteX0" fmla="*/ 0 w 12204700"/>
              <a:gd name="connsiteY0" fmla="*/ 1764130 h 6899609"/>
              <a:gd name="connsiteX1" fmla="*/ 4484437 w 12204700"/>
              <a:gd name="connsiteY1" fmla="*/ 0 h 6899609"/>
              <a:gd name="connsiteX2" fmla="*/ 12204700 w 12204700"/>
              <a:gd name="connsiteY2" fmla="*/ 13034 h 6899609"/>
              <a:gd name="connsiteX3" fmla="*/ 12204700 w 12204700"/>
              <a:gd name="connsiteY3" fmla="*/ 6899609 h 6899609"/>
              <a:gd name="connsiteX4" fmla="*/ 0 w 12204700"/>
              <a:gd name="connsiteY4" fmla="*/ 6899609 h 6899609"/>
              <a:gd name="connsiteX5" fmla="*/ 0 w 12204700"/>
              <a:gd name="connsiteY5" fmla="*/ 1764130 h 6899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04700" h="6899609">
                <a:moveTo>
                  <a:pt x="0" y="1764130"/>
                </a:moveTo>
                <a:cubicBezTo>
                  <a:pt x="2324657" y="869282"/>
                  <a:pt x="1009761" y="1395664"/>
                  <a:pt x="4484437" y="0"/>
                </a:cubicBezTo>
                <a:lnTo>
                  <a:pt x="12204700" y="13034"/>
                </a:lnTo>
                <a:lnTo>
                  <a:pt x="12204700" y="6899609"/>
                </a:lnTo>
                <a:lnTo>
                  <a:pt x="0" y="6899609"/>
                </a:lnTo>
                <a:lnTo>
                  <a:pt x="0" y="1764130"/>
                </a:lnTo>
                <a:close/>
              </a:path>
            </a:pathLst>
          </a:custGeom>
          <a:noFill/>
        </p:spPr>
        <p:txBody>
          <a:bodyPr anchor="ctr"/>
          <a:lstStyle>
            <a:lvl1pPr marL="0" indent="0" algn="ctr">
              <a:buNone/>
              <a:defRPr sz="3200">
                <a:latin typeface="Arial" panose="020B0604020202020204" pitchFamily="34" charset="0"/>
                <a:cs typeface="Arial" panose="020B0604020202020204" pitchFamily="34" charset="0"/>
              </a:defRPr>
            </a:lvl1pPr>
          </a:lstStyle>
          <a:p>
            <a:r>
              <a:rPr lang="en-US"/>
              <a:t>Click icon to add picture</a:t>
            </a:r>
            <a:endParaRPr lang="en-US" dirty="0"/>
          </a:p>
        </p:txBody>
      </p:sp>
    </p:spTree>
    <p:extLst>
      <p:ext uri="{BB962C8B-B14F-4D97-AF65-F5344CB8AC3E}">
        <p14:creationId xmlns:p14="http://schemas.microsoft.com/office/powerpoint/2010/main" val="824117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55AD398-D2A1-4DD2-B38D-F67BC20B267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18828" y="294731"/>
            <a:ext cx="1628967" cy="410664"/>
          </a:xfrm>
          <a:prstGeom prst="rect">
            <a:avLst/>
          </a:prstGeom>
        </p:spPr>
      </p:pic>
    </p:spTree>
    <p:extLst>
      <p:ext uri="{BB962C8B-B14F-4D97-AF65-F5344CB8AC3E}">
        <p14:creationId xmlns:p14="http://schemas.microsoft.com/office/powerpoint/2010/main" val="4073148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55AD398-D2A1-4DD2-B38D-F67BC20B267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18828" y="294731"/>
            <a:ext cx="1628967" cy="410664"/>
          </a:xfrm>
          <a:prstGeom prst="rect">
            <a:avLst/>
          </a:prstGeom>
        </p:spPr>
      </p:pic>
      <p:pic>
        <p:nvPicPr>
          <p:cNvPr id="3" name="Picture 2">
            <a:extLst>
              <a:ext uri="{FF2B5EF4-FFF2-40B4-BE49-F238E27FC236}">
                <a16:creationId xmlns:a16="http://schemas.microsoft.com/office/drawing/2014/main" id="{C0E0C3FF-75F5-4B9D-A0F8-5D5B525186CD}"/>
              </a:ext>
            </a:extLst>
          </p:cNvPr>
          <p:cNvPicPr>
            <a:picLocks noChangeAspect="1"/>
          </p:cNvPicPr>
          <p:nvPr userDrawn="1"/>
        </p:nvPicPr>
        <p:blipFill>
          <a:blip r:embed="rId4"/>
          <a:stretch>
            <a:fillRect/>
          </a:stretch>
        </p:blipFill>
        <p:spPr>
          <a:xfrm>
            <a:off x="0" y="3295650"/>
            <a:ext cx="8115300" cy="3060700"/>
          </a:xfrm>
          <a:prstGeom prst="rect">
            <a:avLst/>
          </a:prstGeom>
        </p:spPr>
      </p:pic>
      <p:sp>
        <p:nvSpPr>
          <p:cNvPr id="4" name="Title 1">
            <a:extLst>
              <a:ext uri="{FF2B5EF4-FFF2-40B4-BE49-F238E27FC236}">
                <a16:creationId xmlns:a16="http://schemas.microsoft.com/office/drawing/2014/main" id="{D8CF40FD-8627-4565-9886-F63C24802577}"/>
              </a:ext>
            </a:extLst>
          </p:cNvPr>
          <p:cNvSpPr>
            <a:spLocks noGrp="1"/>
          </p:cNvSpPr>
          <p:nvPr>
            <p:ph type="ctrTitle"/>
          </p:nvPr>
        </p:nvSpPr>
        <p:spPr>
          <a:xfrm>
            <a:off x="512782" y="2472211"/>
            <a:ext cx="11166436" cy="818515"/>
          </a:xfrm>
          <a:prstGeom prst="rect">
            <a:avLst/>
          </a:prstGeom>
        </p:spPr>
        <p:txBody>
          <a:bodyPr/>
          <a:lstStyle>
            <a:lvl1pPr>
              <a:lnSpc>
                <a:spcPct val="100000"/>
              </a:lnSpc>
              <a:defRPr sz="3200">
                <a:latin typeface="Arial" panose="020B0604020202020204" pitchFamily="34" charset="0"/>
                <a:cs typeface="Arial" panose="020B060402020202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959566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55AD398-D2A1-4DD2-B38D-F67BC20B267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18828" y="294731"/>
            <a:ext cx="1628967" cy="410664"/>
          </a:xfrm>
          <a:prstGeom prst="rect">
            <a:avLst/>
          </a:prstGeom>
        </p:spPr>
      </p:pic>
      <p:pic>
        <p:nvPicPr>
          <p:cNvPr id="3" name="Picture 2">
            <a:extLst>
              <a:ext uri="{FF2B5EF4-FFF2-40B4-BE49-F238E27FC236}">
                <a16:creationId xmlns:a16="http://schemas.microsoft.com/office/drawing/2014/main" id="{C0E0C3FF-75F5-4B9D-A0F8-5D5B525186CD}"/>
              </a:ext>
            </a:extLst>
          </p:cNvPr>
          <p:cNvPicPr>
            <a:picLocks noChangeAspect="1"/>
          </p:cNvPicPr>
          <p:nvPr userDrawn="1"/>
        </p:nvPicPr>
        <p:blipFill>
          <a:blip r:embed="rId4"/>
          <a:stretch>
            <a:fillRect/>
          </a:stretch>
        </p:blipFill>
        <p:spPr>
          <a:xfrm>
            <a:off x="0" y="3295650"/>
            <a:ext cx="8115300" cy="3060700"/>
          </a:xfrm>
          <a:prstGeom prst="rect">
            <a:avLst/>
          </a:prstGeom>
        </p:spPr>
      </p:pic>
      <p:sp>
        <p:nvSpPr>
          <p:cNvPr id="4" name="Title 1">
            <a:extLst>
              <a:ext uri="{FF2B5EF4-FFF2-40B4-BE49-F238E27FC236}">
                <a16:creationId xmlns:a16="http://schemas.microsoft.com/office/drawing/2014/main" id="{D8CF40FD-8627-4565-9886-F63C24802577}"/>
              </a:ext>
            </a:extLst>
          </p:cNvPr>
          <p:cNvSpPr>
            <a:spLocks noGrp="1"/>
          </p:cNvSpPr>
          <p:nvPr>
            <p:ph type="ctrTitle"/>
          </p:nvPr>
        </p:nvSpPr>
        <p:spPr>
          <a:xfrm>
            <a:off x="512782" y="2472211"/>
            <a:ext cx="11166436" cy="818515"/>
          </a:xfrm>
          <a:prstGeom prst="rect">
            <a:avLst/>
          </a:prstGeom>
        </p:spPr>
        <p:txBody>
          <a:bodyPr/>
          <a:lstStyle>
            <a:lvl1pPr>
              <a:lnSpc>
                <a:spcPct val="100000"/>
              </a:lnSpc>
              <a:defRPr sz="3200">
                <a:latin typeface="Arial" panose="020B0604020202020204" pitchFamily="34" charset="0"/>
                <a:cs typeface="Arial" panose="020B0604020202020204" pitchFamily="34" charset="0"/>
              </a:defRPr>
            </a:lvl1pPr>
          </a:lstStyle>
          <a:p>
            <a:r>
              <a:rPr lang="en-US"/>
              <a:t>Click to edit Master title style</a:t>
            </a:r>
            <a:endParaRPr lang="en-US" dirty="0"/>
          </a:p>
        </p:txBody>
      </p:sp>
      <p:cxnSp>
        <p:nvCxnSpPr>
          <p:cNvPr id="8" name="Straight Connector 7">
            <a:extLst>
              <a:ext uri="{FF2B5EF4-FFF2-40B4-BE49-F238E27FC236}">
                <a16:creationId xmlns:a16="http://schemas.microsoft.com/office/drawing/2014/main" id="{CF5D0E46-44A7-4FB1-AE32-D9C46EC6315B}"/>
              </a:ext>
            </a:extLst>
          </p:cNvPr>
          <p:cNvCxnSpPr>
            <a:cxnSpLocks/>
          </p:cNvCxnSpPr>
          <p:nvPr userDrawn="1"/>
        </p:nvCxnSpPr>
        <p:spPr>
          <a:xfrm>
            <a:off x="10058854" y="285206"/>
            <a:ext cx="0" cy="4201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794FD76-58E7-42F5-9F35-25F07ADB8022}"/>
              </a:ext>
            </a:extLst>
          </p:cNvPr>
          <p:cNvSpPr txBox="1"/>
          <p:nvPr userDrawn="1"/>
        </p:nvSpPr>
        <p:spPr>
          <a:xfrm>
            <a:off x="9069574" y="199043"/>
            <a:ext cx="935661" cy="569387"/>
          </a:xfrm>
          <a:prstGeom prst="rect">
            <a:avLst/>
          </a:prstGeom>
          <a:noFill/>
        </p:spPr>
        <p:txBody>
          <a:bodyPr wrap="square" rtlCol="0">
            <a:spAutoFit/>
          </a:bodyPr>
          <a:lstStyle/>
          <a:p>
            <a:pPr algn="r"/>
            <a:r>
              <a:rPr lang="en-US" sz="1550" dirty="0"/>
              <a:t>Partner logo</a:t>
            </a:r>
          </a:p>
        </p:txBody>
      </p:sp>
    </p:spTree>
    <p:extLst>
      <p:ext uri="{BB962C8B-B14F-4D97-AF65-F5344CB8AC3E}">
        <p14:creationId xmlns:p14="http://schemas.microsoft.com/office/powerpoint/2010/main" val="3908738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593C55-0EC9-434E-B40B-D66FD4415D9E}"/>
              </a:ext>
            </a:extLst>
          </p:cNvPr>
          <p:cNvPicPr>
            <a:picLocks noChangeAspect="1"/>
          </p:cNvPicPr>
          <p:nvPr userDrawn="1"/>
        </p:nvPicPr>
        <p:blipFill>
          <a:blip r:embed="rId2"/>
          <a:stretch>
            <a:fillRect/>
          </a:stretch>
        </p:blipFill>
        <p:spPr>
          <a:xfrm>
            <a:off x="0" y="788232"/>
            <a:ext cx="817705" cy="392498"/>
          </a:xfrm>
          <a:prstGeom prst="rect">
            <a:avLst/>
          </a:prstGeom>
        </p:spPr>
      </p:pic>
      <p:sp>
        <p:nvSpPr>
          <p:cNvPr id="8" name="Text Placeholder 15">
            <a:extLst>
              <a:ext uri="{FF2B5EF4-FFF2-40B4-BE49-F238E27FC236}">
                <a16:creationId xmlns:a16="http://schemas.microsoft.com/office/drawing/2014/main" id="{A3206720-45E7-413E-9B47-02433AD3BBA7}"/>
              </a:ext>
            </a:extLst>
          </p:cNvPr>
          <p:cNvSpPr>
            <a:spLocks noGrp="1"/>
          </p:cNvSpPr>
          <p:nvPr>
            <p:ph type="body" sz="quarter" idx="11" hasCustomPrompt="1"/>
          </p:nvPr>
        </p:nvSpPr>
        <p:spPr>
          <a:xfrm>
            <a:off x="817705" y="512782"/>
            <a:ext cx="10556590" cy="633112"/>
          </a:xfrm>
          <a:prstGeom prst="rect">
            <a:avLst/>
          </a:prstGeom>
        </p:spPr>
        <p:txBody>
          <a:bodyPr>
            <a:normAutofit/>
          </a:bodyPr>
          <a:lstStyle>
            <a:lvl1pPr marL="0" indent="0">
              <a:lnSpc>
                <a:spcPct val="100000"/>
              </a:lnSpc>
              <a:buFontTx/>
              <a:buNone/>
              <a:defRPr sz="3200" b="0" i="0" baseline="0">
                <a:solidFill>
                  <a:srgbClr val="4D4D4F"/>
                </a:solidFill>
                <a:latin typeface="Arial" panose="020B0604020202020204" pitchFamily="34" charset="0"/>
                <a:cs typeface="Arial" panose="020B0604020202020204" pitchFamily="34" charset="0"/>
              </a:defRPr>
            </a:lvl1pPr>
          </a:lstStyle>
          <a:p>
            <a:pPr lvl="0"/>
            <a:r>
              <a:rPr lang="en-GB" dirty="0"/>
              <a:t>Text slide</a:t>
            </a:r>
          </a:p>
        </p:txBody>
      </p:sp>
      <p:sp>
        <p:nvSpPr>
          <p:cNvPr id="9" name="Text Placeholder 17">
            <a:extLst>
              <a:ext uri="{FF2B5EF4-FFF2-40B4-BE49-F238E27FC236}">
                <a16:creationId xmlns:a16="http://schemas.microsoft.com/office/drawing/2014/main" id="{7422AE61-5848-4FC6-A0C0-4B1058E78D9A}"/>
              </a:ext>
            </a:extLst>
          </p:cNvPr>
          <p:cNvSpPr>
            <a:spLocks noGrp="1"/>
          </p:cNvSpPr>
          <p:nvPr>
            <p:ph type="body" sz="quarter" idx="12" hasCustomPrompt="1"/>
          </p:nvPr>
        </p:nvSpPr>
        <p:spPr>
          <a:xfrm>
            <a:off x="817705" y="1273175"/>
            <a:ext cx="10556590" cy="5072043"/>
          </a:xfrm>
          <a:prstGeom prst="rect">
            <a:avLst/>
          </a:prstGeom>
        </p:spPr>
        <p:txBody>
          <a:bodyPr>
            <a:noAutofit/>
          </a:bodyPr>
          <a:lstStyle>
            <a:lvl1pPr marL="0" indent="0">
              <a:lnSpc>
                <a:spcPct val="100000"/>
              </a:lnSpc>
              <a:buFontTx/>
              <a:buNone/>
              <a:tabLst/>
              <a:defRPr sz="1400" baseline="0">
                <a:solidFill>
                  <a:srgbClr val="4D4D4F"/>
                </a:solidFill>
                <a:latin typeface="Arial" panose="020B0604020202020204" pitchFamily="34" charset="0"/>
                <a:cs typeface="Arial" panose="020B0604020202020204" pitchFamily="34" charset="0"/>
              </a:defRPr>
            </a:lvl1pPr>
          </a:lstStyle>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 Ut </a:t>
            </a:r>
            <a:r>
              <a:rPr lang="en-GB" dirty="0" err="1"/>
              <a:t>wisi</a:t>
            </a:r>
            <a:r>
              <a:rPr lang="en-GB" dirty="0"/>
              <a:t> </a:t>
            </a:r>
            <a:r>
              <a:rPr lang="en-GB" dirty="0" err="1"/>
              <a:t>enim</a:t>
            </a:r>
            <a:r>
              <a:rPr lang="en-GB" dirty="0"/>
              <a:t> ad minim </a:t>
            </a:r>
            <a:r>
              <a:rPr lang="en-GB" dirty="0" err="1"/>
              <a:t>veniam</a:t>
            </a:r>
            <a:r>
              <a:rPr lang="en-GB" dirty="0"/>
              <a:t>, </a:t>
            </a:r>
            <a:r>
              <a:rPr lang="en-GB" dirty="0" err="1"/>
              <a:t>quis</a:t>
            </a:r>
            <a:r>
              <a:rPr lang="en-GB" dirty="0"/>
              <a:t> </a:t>
            </a:r>
            <a:r>
              <a:rPr lang="en-GB" dirty="0" err="1"/>
              <a:t>nostrud</a:t>
            </a:r>
            <a:r>
              <a:rPr lang="en-GB" dirty="0"/>
              <a:t> </a:t>
            </a:r>
            <a:r>
              <a:rPr lang="en-GB" dirty="0" err="1"/>
              <a:t>exerci</a:t>
            </a:r>
            <a:r>
              <a:rPr lang="en-GB" dirty="0"/>
              <a:t> </a:t>
            </a:r>
            <a:r>
              <a:rPr lang="en-GB" dirty="0" err="1"/>
              <a:t>tation</a:t>
            </a:r>
            <a:r>
              <a:rPr lang="en-GB" dirty="0"/>
              <a:t> </a:t>
            </a:r>
            <a:r>
              <a:rPr lang="en-GB" dirty="0" err="1"/>
              <a:t>ullamcorper</a:t>
            </a:r>
            <a:r>
              <a:rPr lang="en-GB" dirty="0"/>
              <a:t> </a:t>
            </a:r>
            <a:r>
              <a:rPr lang="en-GB" dirty="0" err="1"/>
              <a:t>suscipit</a:t>
            </a:r>
            <a:r>
              <a:rPr lang="en-GB" dirty="0"/>
              <a:t> </a:t>
            </a:r>
            <a:r>
              <a:rPr lang="en-GB" dirty="0" err="1"/>
              <a:t>lobortis</a:t>
            </a:r>
            <a:r>
              <a:rPr lang="en-GB" dirty="0"/>
              <a:t> </a:t>
            </a:r>
            <a:r>
              <a:rPr lang="en-GB" dirty="0" err="1"/>
              <a:t>nisl</a:t>
            </a:r>
            <a:r>
              <a:rPr lang="en-GB" dirty="0"/>
              <a:t>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a:t>
            </a:r>
            <a:r>
              <a:rPr lang="en-GB" dirty="0"/>
              <a:t>. Duis autem </a:t>
            </a:r>
            <a:r>
              <a:rPr lang="en-GB" dirty="0" err="1"/>
              <a:t>vel</a:t>
            </a:r>
            <a:r>
              <a:rPr lang="en-GB" dirty="0"/>
              <a:t> </a:t>
            </a:r>
            <a:r>
              <a:rPr lang="en-GB" dirty="0" err="1"/>
              <a:t>eum</a:t>
            </a:r>
            <a:r>
              <a:rPr lang="en-GB" dirty="0"/>
              <a:t> </a:t>
            </a:r>
            <a:r>
              <a:rPr lang="en-GB" dirty="0" err="1"/>
              <a:t>iriure</a:t>
            </a:r>
            <a:r>
              <a:rPr lang="en-GB" dirty="0"/>
              <a:t> </a:t>
            </a:r>
            <a:r>
              <a:rPr lang="en-GB" dirty="0" err="1"/>
              <a:t>dolor</a:t>
            </a:r>
            <a:r>
              <a:rPr lang="en-GB" dirty="0"/>
              <a:t> in </a:t>
            </a:r>
            <a:r>
              <a:rPr lang="en-GB" dirty="0" err="1"/>
              <a:t>hendrerit</a:t>
            </a:r>
            <a:r>
              <a:rPr lang="en-GB" dirty="0"/>
              <a:t> in </a:t>
            </a:r>
            <a:r>
              <a:rPr lang="en-GB" dirty="0" err="1"/>
              <a:t>vulputate</a:t>
            </a:r>
            <a:r>
              <a:rPr lang="en-GB" dirty="0"/>
              <a:t> </a:t>
            </a:r>
            <a:r>
              <a:rPr lang="en-GB" dirty="0" err="1"/>
              <a:t>velit</a:t>
            </a:r>
            <a:r>
              <a:rPr lang="en-GB" dirty="0"/>
              <a:t> </a:t>
            </a:r>
            <a:r>
              <a:rPr lang="en-GB" dirty="0" err="1"/>
              <a:t>esse</a:t>
            </a:r>
            <a:r>
              <a:rPr lang="en-GB" dirty="0"/>
              <a:t> </a:t>
            </a:r>
            <a:r>
              <a:rPr lang="en-GB" dirty="0" err="1"/>
              <a:t>molestie</a:t>
            </a:r>
            <a:r>
              <a:rPr lang="en-GB" dirty="0"/>
              <a:t> </a:t>
            </a:r>
            <a:r>
              <a:rPr lang="en-GB" dirty="0" err="1"/>
              <a:t>consequat</a:t>
            </a:r>
            <a:r>
              <a:rPr lang="en-GB" dirty="0"/>
              <a:t>, </a:t>
            </a:r>
            <a:r>
              <a:rPr lang="en-GB" dirty="0" err="1"/>
              <a:t>vel</a:t>
            </a:r>
            <a:r>
              <a:rPr lang="en-GB" dirty="0"/>
              <a:t> illum dolore </a:t>
            </a:r>
            <a:r>
              <a:rPr lang="en-GB" dirty="0" err="1"/>
              <a:t>eu</a:t>
            </a:r>
            <a:r>
              <a:rPr lang="en-GB" dirty="0"/>
              <a:t> </a:t>
            </a:r>
            <a:r>
              <a:rPr lang="en-GB" dirty="0" err="1"/>
              <a:t>feugiat</a:t>
            </a:r>
            <a:r>
              <a:rPr lang="en-GB" dirty="0"/>
              <a:t> </a:t>
            </a:r>
            <a:r>
              <a:rPr lang="en-GB" dirty="0" err="1"/>
              <a:t>nulla</a:t>
            </a:r>
            <a:r>
              <a:rPr lang="en-GB" dirty="0"/>
              <a:t> </a:t>
            </a:r>
            <a:r>
              <a:rPr lang="en-GB" dirty="0" err="1"/>
              <a:t>facilisis</a:t>
            </a:r>
            <a:r>
              <a:rPr lang="en-GB" dirty="0"/>
              <a:t> at </a:t>
            </a:r>
            <a:r>
              <a:rPr lang="en-GB" dirty="0" err="1"/>
              <a:t>vero</a:t>
            </a:r>
            <a:r>
              <a:rPr lang="en-GB" dirty="0"/>
              <a:t> eros et </a:t>
            </a:r>
            <a:r>
              <a:rPr lang="en-GB" dirty="0" err="1"/>
              <a:t>accumsan</a:t>
            </a:r>
            <a:r>
              <a:rPr lang="en-GB" dirty="0"/>
              <a:t> et </a:t>
            </a:r>
            <a:r>
              <a:rPr lang="en-GB" dirty="0" err="1"/>
              <a:t>iusto</a:t>
            </a:r>
            <a:r>
              <a:rPr lang="en-GB" dirty="0"/>
              <a:t> </a:t>
            </a:r>
            <a:r>
              <a:rPr lang="en-GB" dirty="0" err="1"/>
              <a:t>odio</a:t>
            </a:r>
            <a:r>
              <a:rPr lang="en-GB" dirty="0"/>
              <a:t> </a:t>
            </a:r>
            <a:r>
              <a:rPr lang="en-GB" dirty="0" err="1"/>
              <a:t>dignissim</a:t>
            </a:r>
            <a:r>
              <a:rPr lang="en-GB" dirty="0"/>
              <a:t> qui </a:t>
            </a:r>
            <a:r>
              <a:rPr lang="en-GB" dirty="0" err="1"/>
              <a:t>blandit</a:t>
            </a:r>
            <a:r>
              <a:rPr lang="en-GB" dirty="0"/>
              <a:t> </a:t>
            </a:r>
            <a:r>
              <a:rPr lang="en-GB" dirty="0" err="1"/>
              <a:t>praesent</a:t>
            </a:r>
            <a:r>
              <a:rPr lang="en-GB" dirty="0"/>
              <a:t> </a:t>
            </a:r>
            <a:r>
              <a:rPr lang="en-GB" dirty="0" err="1"/>
              <a:t>luptatum</a:t>
            </a:r>
            <a:r>
              <a:rPr lang="en-GB" dirty="0"/>
              <a:t> </a:t>
            </a:r>
            <a:r>
              <a:rPr lang="en-GB" dirty="0" err="1"/>
              <a:t>zzril</a:t>
            </a:r>
            <a:r>
              <a:rPr lang="en-GB" dirty="0"/>
              <a:t> </a:t>
            </a:r>
            <a:r>
              <a:rPr lang="en-GB" dirty="0" err="1"/>
              <a:t>delenit</a:t>
            </a:r>
            <a:r>
              <a:rPr lang="en-GB" dirty="0"/>
              <a:t> </a:t>
            </a:r>
            <a:r>
              <a:rPr lang="en-GB" dirty="0" err="1"/>
              <a:t>augue</a:t>
            </a:r>
            <a:r>
              <a:rPr lang="en-GB" dirty="0"/>
              <a:t> </a:t>
            </a:r>
            <a:r>
              <a:rPr lang="en-GB" dirty="0" err="1"/>
              <a:t>duis</a:t>
            </a:r>
            <a:r>
              <a:rPr lang="en-GB" dirty="0"/>
              <a:t> dolore </a:t>
            </a:r>
            <a:r>
              <a:rPr lang="en-GB" dirty="0" err="1"/>
              <a:t>te</a:t>
            </a:r>
            <a:r>
              <a:rPr lang="en-GB" dirty="0"/>
              <a:t> </a:t>
            </a:r>
            <a:r>
              <a:rPr lang="en-GB" dirty="0" err="1"/>
              <a:t>feugait</a:t>
            </a:r>
            <a:r>
              <a:rPr lang="en-GB" dirty="0"/>
              <a:t> </a:t>
            </a:r>
            <a:r>
              <a:rPr lang="en-GB" dirty="0" err="1"/>
              <a:t>nulla</a:t>
            </a:r>
            <a:r>
              <a:rPr lang="en-GB" dirty="0"/>
              <a:t> </a:t>
            </a:r>
            <a:r>
              <a:rPr lang="en-GB" dirty="0" err="1"/>
              <a:t>facilisi</a:t>
            </a:r>
            <a:r>
              <a:rPr lang="en-GB" dirty="0"/>
              <a:t>.</a:t>
            </a:r>
          </a:p>
          <a:p>
            <a:pPr lvl="0"/>
            <a:endParaRPr lang="en-GB" dirty="0"/>
          </a:p>
          <a:p>
            <a:pPr lvl="0"/>
            <a:r>
              <a:rPr lang="en-GB" dirty="0"/>
              <a:t>Lorem ipsum </a:t>
            </a:r>
            <a:r>
              <a:rPr lang="en-GB" dirty="0" err="1"/>
              <a:t>dolor</a:t>
            </a:r>
            <a:r>
              <a:rPr lang="en-GB" dirty="0"/>
              <a:t> sit </a:t>
            </a:r>
            <a:r>
              <a:rPr lang="en-GB" dirty="0" err="1"/>
              <a:t>amet</a:t>
            </a:r>
            <a:r>
              <a:rPr lang="en-GB" dirty="0"/>
              <a:t>, cons </a:t>
            </a:r>
            <a:r>
              <a:rPr lang="en-GB" dirty="0" err="1"/>
              <a:t>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 Ut </a:t>
            </a:r>
            <a:r>
              <a:rPr lang="en-GB" dirty="0" err="1"/>
              <a:t>wisi</a:t>
            </a:r>
            <a:r>
              <a:rPr lang="en-GB" dirty="0"/>
              <a:t> </a:t>
            </a:r>
            <a:r>
              <a:rPr lang="en-GB" dirty="0" err="1"/>
              <a:t>enim</a:t>
            </a:r>
            <a:r>
              <a:rPr lang="en-GB" dirty="0"/>
              <a:t> ad minim </a:t>
            </a:r>
            <a:r>
              <a:rPr lang="en-GB" dirty="0" err="1"/>
              <a:t>veniam</a:t>
            </a:r>
            <a:r>
              <a:rPr lang="en-GB" dirty="0"/>
              <a:t>, </a:t>
            </a:r>
            <a:r>
              <a:rPr lang="en-GB" dirty="0" err="1"/>
              <a:t>quis</a:t>
            </a:r>
            <a:r>
              <a:rPr lang="en-GB" dirty="0"/>
              <a:t> </a:t>
            </a:r>
            <a:r>
              <a:rPr lang="en-GB" dirty="0" err="1"/>
              <a:t>nostrud</a:t>
            </a:r>
            <a:r>
              <a:rPr lang="en-GB" dirty="0"/>
              <a:t> </a:t>
            </a:r>
            <a:r>
              <a:rPr lang="en-GB" dirty="0" err="1"/>
              <a:t>exerci</a:t>
            </a:r>
            <a:r>
              <a:rPr lang="en-GB" dirty="0"/>
              <a:t> </a:t>
            </a:r>
            <a:r>
              <a:rPr lang="en-GB" dirty="0" err="1"/>
              <a:t>tation</a:t>
            </a:r>
            <a:r>
              <a:rPr lang="en-GB" dirty="0"/>
              <a:t> </a:t>
            </a:r>
            <a:r>
              <a:rPr lang="en-GB" dirty="0" err="1"/>
              <a:t>ullamcorper</a:t>
            </a:r>
            <a:r>
              <a:rPr lang="en-GB" dirty="0"/>
              <a:t> </a:t>
            </a:r>
            <a:r>
              <a:rPr lang="en-GB" dirty="0" err="1"/>
              <a:t>suscipit</a:t>
            </a:r>
            <a:r>
              <a:rPr lang="en-GB" dirty="0"/>
              <a:t> </a:t>
            </a:r>
            <a:r>
              <a:rPr lang="en-GB" dirty="0" err="1"/>
              <a:t>lobortis</a:t>
            </a:r>
            <a:r>
              <a:rPr lang="en-GB" dirty="0"/>
              <a:t> </a:t>
            </a:r>
            <a:r>
              <a:rPr lang="en-GB" dirty="0" err="1"/>
              <a:t>nisl</a:t>
            </a:r>
            <a:r>
              <a:rPr lang="en-GB" dirty="0"/>
              <a:t>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 </a:t>
            </a:r>
          </a:p>
          <a:p>
            <a:pPr lvl="0"/>
            <a:endParaRPr lang="en-GB" dirty="0"/>
          </a:p>
          <a:p>
            <a:pPr lvl="0"/>
            <a:r>
              <a:rPr lang="en-GB" dirty="0"/>
              <a:t>Ut </a:t>
            </a:r>
            <a:r>
              <a:rPr lang="en-GB" dirty="0" err="1"/>
              <a:t>wisi</a:t>
            </a:r>
            <a:r>
              <a:rPr lang="en-GB" dirty="0"/>
              <a:t> </a:t>
            </a:r>
            <a:r>
              <a:rPr lang="en-GB" dirty="0" err="1"/>
              <a:t>enim</a:t>
            </a:r>
            <a:r>
              <a:rPr lang="en-GB" dirty="0"/>
              <a:t> ad minim </a:t>
            </a:r>
            <a:r>
              <a:rPr lang="en-GB" dirty="0" err="1"/>
              <a:t>veniam</a:t>
            </a:r>
            <a:r>
              <a:rPr lang="en-GB" dirty="0"/>
              <a:t>, </a:t>
            </a:r>
            <a:r>
              <a:rPr lang="en-GB" dirty="0" err="1"/>
              <a:t>quis</a:t>
            </a:r>
            <a:r>
              <a:rPr lang="en-GB" dirty="0"/>
              <a:t> </a:t>
            </a:r>
            <a:r>
              <a:rPr lang="en-GB" dirty="0" err="1"/>
              <a:t>nostrud</a:t>
            </a:r>
            <a:r>
              <a:rPr lang="en-GB" dirty="0"/>
              <a:t> </a:t>
            </a:r>
            <a:r>
              <a:rPr lang="en-GB" dirty="0" err="1"/>
              <a:t>exerci</a:t>
            </a:r>
            <a:r>
              <a:rPr lang="en-GB" dirty="0"/>
              <a:t> </a:t>
            </a:r>
            <a:r>
              <a:rPr lang="en-GB" dirty="0" err="1"/>
              <a:t>tation</a:t>
            </a:r>
            <a:r>
              <a:rPr lang="en-GB" dirty="0"/>
              <a:t> </a:t>
            </a:r>
            <a:r>
              <a:rPr lang="en-GB" dirty="0" err="1"/>
              <a:t>ullamcorper</a:t>
            </a:r>
            <a:r>
              <a:rPr lang="en-GB" dirty="0"/>
              <a:t> </a:t>
            </a:r>
            <a:r>
              <a:rPr lang="en-GB" dirty="0" err="1"/>
              <a:t>suscipit</a:t>
            </a:r>
            <a:r>
              <a:rPr lang="en-GB" dirty="0"/>
              <a:t> </a:t>
            </a:r>
            <a:r>
              <a:rPr lang="en-GB" dirty="0" err="1"/>
              <a:t>lobortis</a:t>
            </a:r>
            <a:r>
              <a:rPr lang="en-GB" dirty="0"/>
              <a:t> </a:t>
            </a:r>
            <a:r>
              <a:rPr lang="en-GB" dirty="0" err="1"/>
              <a:t>nisl</a:t>
            </a:r>
            <a:r>
              <a:rPr lang="en-GB" dirty="0"/>
              <a:t>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a:t>
            </a:r>
            <a:r>
              <a:rPr lang="en-GB" dirty="0"/>
              <a:t>. Duis autem </a:t>
            </a:r>
            <a:r>
              <a:rPr lang="en-GB" dirty="0" err="1"/>
              <a:t>vel</a:t>
            </a:r>
            <a:r>
              <a:rPr lang="en-GB" dirty="0"/>
              <a:t> </a:t>
            </a:r>
            <a:r>
              <a:rPr lang="en-GB" dirty="0" err="1"/>
              <a:t>eum</a:t>
            </a:r>
            <a:r>
              <a:rPr lang="en-GB" dirty="0"/>
              <a:t> </a:t>
            </a:r>
            <a:r>
              <a:rPr lang="en-GB" dirty="0" err="1"/>
              <a:t>iriure</a:t>
            </a:r>
            <a:r>
              <a:rPr lang="en-GB" dirty="0"/>
              <a:t> </a:t>
            </a:r>
            <a:r>
              <a:rPr lang="en-GB" dirty="0" err="1"/>
              <a:t>dolor</a:t>
            </a:r>
            <a:r>
              <a:rPr lang="en-GB" dirty="0"/>
              <a:t> in </a:t>
            </a:r>
            <a:r>
              <a:rPr lang="en-GB" dirty="0" err="1"/>
              <a:t>hendrerit</a:t>
            </a:r>
            <a:r>
              <a:rPr lang="en-GB" dirty="0"/>
              <a:t> in </a:t>
            </a:r>
            <a:r>
              <a:rPr lang="en-GB" dirty="0" err="1"/>
              <a:t>vulputate</a:t>
            </a:r>
            <a:r>
              <a:rPr lang="en-GB" dirty="0"/>
              <a:t> </a:t>
            </a:r>
            <a:r>
              <a:rPr lang="en-GB" dirty="0" err="1"/>
              <a:t>velit</a:t>
            </a:r>
            <a:r>
              <a:rPr lang="en-GB" dirty="0"/>
              <a:t> </a:t>
            </a:r>
            <a:r>
              <a:rPr lang="en-GB" dirty="0" err="1"/>
              <a:t>esse</a:t>
            </a:r>
            <a:r>
              <a:rPr lang="en-GB" dirty="0"/>
              <a:t> </a:t>
            </a:r>
            <a:r>
              <a:rPr lang="en-GB" dirty="0" err="1"/>
              <a:t>molestie</a:t>
            </a:r>
            <a:r>
              <a:rPr lang="en-GB" dirty="0"/>
              <a:t> </a:t>
            </a:r>
            <a:r>
              <a:rPr lang="en-GB" dirty="0" err="1"/>
              <a:t>consequat</a:t>
            </a:r>
            <a:r>
              <a:rPr lang="en-GB" dirty="0"/>
              <a:t>, </a:t>
            </a:r>
            <a:r>
              <a:rPr lang="en-GB" dirty="0" err="1"/>
              <a:t>vel</a:t>
            </a:r>
            <a:r>
              <a:rPr lang="en-GB" dirty="0"/>
              <a:t> illum dolore </a:t>
            </a:r>
            <a:r>
              <a:rPr lang="en-GB" dirty="0" err="1"/>
              <a:t>eu</a:t>
            </a:r>
            <a:r>
              <a:rPr lang="en-GB" dirty="0"/>
              <a:t> </a:t>
            </a:r>
            <a:r>
              <a:rPr lang="en-GB" dirty="0" err="1"/>
              <a:t>feugiat</a:t>
            </a:r>
            <a:r>
              <a:rPr lang="en-GB" dirty="0"/>
              <a:t> </a:t>
            </a:r>
            <a:r>
              <a:rPr lang="en-GB" dirty="0" err="1"/>
              <a:t>nulla</a:t>
            </a:r>
            <a:r>
              <a:rPr lang="en-GB" dirty="0"/>
              <a:t> </a:t>
            </a:r>
            <a:r>
              <a:rPr lang="en-GB" dirty="0" err="1"/>
              <a:t>facilisis</a:t>
            </a:r>
            <a:r>
              <a:rPr lang="en-GB" dirty="0"/>
              <a:t> at </a:t>
            </a:r>
            <a:r>
              <a:rPr lang="en-GB" dirty="0" err="1"/>
              <a:t>vero</a:t>
            </a:r>
            <a:r>
              <a:rPr lang="en-GB" dirty="0"/>
              <a:t> eros et </a:t>
            </a:r>
            <a:r>
              <a:rPr lang="en-GB" dirty="0" err="1"/>
              <a:t>accumsan</a:t>
            </a:r>
            <a:r>
              <a:rPr lang="en-GB" dirty="0"/>
              <a:t> et </a:t>
            </a:r>
            <a:r>
              <a:rPr lang="en-GB" dirty="0" err="1"/>
              <a:t>iusto</a:t>
            </a:r>
            <a:r>
              <a:rPr lang="en-GB" dirty="0"/>
              <a:t> </a:t>
            </a:r>
            <a:r>
              <a:rPr lang="en-GB" dirty="0" err="1"/>
              <a:t>odio</a:t>
            </a:r>
            <a:r>
              <a:rPr lang="en-GB" dirty="0"/>
              <a:t> </a:t>
            </a:r>
            <a:r>
              <a:rPr lang="en-GB" dirty="0" err="1"/>
              <a:t>dignissim</a:t>
            </a:r>
            <a:r>
              <a:rPr lang="en-GB" dirty="0"/>
              <a:t> qui </a:t>
            </a:r>
            <a:r>
              <a:rPr lang="en-GB" dirty="0" err="1"/>
              <a:t>blandit</a:t>
            </a:r>
            <a:r>
              <a:rPr lang="en-GB" dirty="0"/>
              <a:t> </a:t>
            </a:r>
            <a:r>
              <a:rPr lang="en-GB" dirty="0" err="1"/>
              <a:t>praesent</a:t>
            </a:r>
            <a:r>
              <a:rPr lang="en-GB" dirty="0"/>
              <a:t> </a:t>
            </a:r>
            <a:r>
              <a:rPr lang="en-GB" dirty="0" err="1"/>
              <a:t>luptatum</a:t>
            </a:r>
            <a:r>
              <a:rPr lang="en-GB" dirty="0"/>
              <a:t> </a:t>
            </a:r>
            <a:r>
              <a:rPr lang="en-GB" dirty="0" err="1"/>
              <a:t>zzril</a:t>
            </a:r>
            <a:r>
              <a:rPr lang="en-GB" dirty="0"/>
              <a:t> </a:t>
            </a:r>
            <a:r>
              <a:rPr lang="en-GB" dirty="0" err="1"/>
              <a:t>delenit</a:t>
            </a:r>
            <a:r>
              <a:rPr lang="en-GB" dirty="0"/>
              <a:t> </a:t>
            </a:r>
            <a:r>
              <a:rPr lang="en-GB" dirty="0" err="1"/>
              <a:t>augue</a:t>
            </a:r>
            <a:r>
              <a:rPr lang="en-GB" dirty="0"/>
              <a:t> </a:t>
            </a:r>
            <a:r>
              <a:rPr lang="en-GB" dirty="0" err="1"/>
              <a:t>duis</a:t>
            </a:r>
            <a:r>
              <a:rPr lang="en-GB" dirty="0"/>
              <a:t> dolore </a:t>
            </a:r>
            <a:r>
              <a:rPr lang="en-GB" dirty="0" err="1"/>
              <a:t>te</a:t>
            </a:r>
            <a:r>
              <a:rPr lang="en-GB" dirty="0"/>
              <a:t> </a:t>
            </a:r>
            <a:r>
              <a:rPr lang="en-GB" dirty="0" err="1"/>
              <a:t>feugait</a:t>
            </a:r>
            <a:r>
              <a:rPr lang="en-GB" dirty="0"/>
              <a:t> </a:t>
            </a:r>
            <a:r>
              <a:rPr lang="en-GB" dirty="0" err="1"/>
              <a:t>nulla</a:t>
            </a:r>
            <a:r>
              <a:rPr lang="en-GB" dirty="0"/>
              <a:t> </a:t>
            </a:r>
            <a:r>
              <a:rPr lang="en-GB" dirty="0" err="1"/>
              <a:t>facilisi</a:t>
            </a:r>
            <a:endParaRPr lang="en-GB" dirty="0"/>
          </a:p>
        </p:txBody>
      </p:sp>
      <p:sp>
        <p:nvSpPr>
          <p:cNvPr id="10" name="Rectangle 9">
            <a:extLst>
              <a:ext uri="{FF2B5EF4-FFF2-40B4-BE49-F238E27FC236}">
                <a16:creationId xmlns:a16="http://schemas.microsoft.com/office/drawing/2014/main" id="{49ABD72C-8C66-4B4F-8D00-C072D032CC69}"/>
              </a:ext>
            </a:extLst>
          </p:cNvPr>
          <p:cNvSpPr/>
          <p:nvPr userDrawn="1"/>
        </p:nvSpPr>
        <p:spPr>
          <a:xfrm>
            <a:off x="512782" y="512782"/>
            <a:ext cx="11166436" cy="58324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5156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593C55-0EC9-434E-B40B-D66FD4415D9E}"/>
              </a:ext>
            </a:extLst>
          </p:cNvPr>
          <p:cNvPicPr>
            <a:picLocks noChangeAspect="1"/>
          </p:cNvPicPr>
          <p:nvPr userDrawn="1"/>
        </p:nvPicPr>
        <p:blipFill>
          <a:blip r:embed="rId2"/>
          <a:stretch>
            <a:fillRect/>
          </a:stretch>
        </p:blipFill>
        <p:spPr>
          <a:xfrm>
            <a:off x="0" y="788232"/>
            <a:ext cx="817705" cy="392498"/>
          </a:xfrm>
          <a:prstGeom prst="rect">
            <a:avLst/>
          </a:prstGeom>
        </p:spPr>
      </p:pic>
      <p:sp>
        <p:nvSpPr>
          <p:cNvPr id="8" name="Text Placeholder 15">
            <a:extLst>
              <a:ext uri="{FF2B5EF4-FFF2-40B4-BE49-F238E27FC236}">
                <a16:creationId xmlns:a16="http://schemas.microsoft.com/office/drawing/2014/main" id="{A3206720-45E7-413E-9B47-02433AD3BBA7}"/>
              </a:ext>
            </a:extLst>
          </p:cNvPr>
          <p:cNvSpPr>
            <a:spLocks noGrp="1"/>
          </p:cNvSpPr>
          <p:nvPr>
            <p:ph type="body" sz="quarter" idx="11" hasCustomPrompt="1"/>
          </p:nvPr>
        </p:nvSpPr>
        <p:spPr>
          <a:xfrm>
            <a:off x="817705" y="512782"/>
            <a:ext cx="5278295" cy="633112"/>
          </a:xfrm>
          <a:prstGeom prst="rect">
            <a:avLst/>
          </a:prstGeom>
        </p:spPr>
        <p:txBody>
          <a:bodyPr>
            <a:normAutofit/>
          </a:bodyPr>
          <a:lstStyle>
            <a:lvl1pPr>
              <a:defRPr lang="en-GB" sz="3200" b="0" i="0" baseline="0" dirty="0">
                <a:solidFill>
                  <a:srgbClr val="4D4D4F"/>
                </a:solidFill>
                <a:latin typeface="Arial" panose="020B0604020202020204" pitchFamily="34" charset="0"/>
                <a:cs typeface="Arial" panose="020B0604020202020204" pitchFamily="34" charset="0"/>
              </a:defRPr>
            </a:lvl1pPr>
          </a:lstStyle>
          <a:p>
            <a:pPr marL="0" lvl="0" indent="0">
              <a:lnSpc>
                <a:spcPct val="100000"/>
              </a:lnSpc>
              <a:buFontTx/>
              <a:buNone/>
            </a:pPr>
            <a:r>
              <a:rPr lang="en-GB" dirty="0"/>
              <a:t>Text slide</a:t>
            </a:r>
          </a:p>
        </p:txBody>
      </p:sp>
      <p:sp>
        <p:nvSpPr>
          <p:cNvPr id="9" name="Text Placeholder 17">
            <a:extLst>
              <a:ext uri="{FF2B5EF4-FFF2-40B4-BE49-F238E27FC236}">
                <a16:creationId xmlns:a16="http://schemas.microsoft.com/office/drawing/2014/main" id="{7422AE61-5848-4FC6-A0C0-4B1058E78D9A}"/>
              </a:ext>
            </a:extLst>
          </p:cNvPr>
          <p:cNvSpPr>
            <a:spLocks noGrp="1"/>
          </p:cNvSpPr>
          <p:nvPr>
            <p:ph type="body" sz="quarter" idx="12" hasCustomPrompt="1"/>
          </p:nvPr>
        </p:nvSpPr>
        <p:spPr>
          <a:xfrm>
            <a:off x="817705" y="1273175"/>
            <a:ext cx="5278295" cy="5072043"/>
          </a:xfrm>
          <a:prstGeom prst="rect">
            <a:avLst/>
          </a:prstGeom>
        </p:spPr>
        <p:txBody>
          <a:bodyPr>
            <a:noAutofit/>
          </a:bodyPr>
          <a:lstStyle>
            <a:lvl1pPr>
              <a:defRPr lang="en-GB" sz="1200" baseline="0" dirty="0">
                <a:solidFill>
                  <a:srgbClr val="4D4D4F"/>
                </a:solidFill>
                <a:latin typeface="Arial" panose="020B0604020202020204" pitchFamily="34" charset="0"/>
                <a:cs typeface="Arial" panose="020B0604020202020204" pitchFamily="34" charset="0"/>
              </a:defRPr>
            </a:lvl1pPr>
          </a:lstStyle>
          <a:p>
            <a:pPr marL="0" lvl="0" indent="0">
              <a:lnSpc>
                <a:spcPct val="100000"/>
              </a:lnSpc>
              <a:buFontTx/>
              <a:buNone/>
              <a:tabLst/>
            </a:pP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 Ut </a:t>
            </a:r>
            <a:r>
              <a:rPr lang="en-GB" dirty="0" err="1"/>
              <a:t>wisi</a:t>
            </a:r>
            <a:r>
              <a:rPr lang="en-GB" dirty="0"/>
              <a:t> </a:t>
            </a:r>
            <a:r>
              <a:rPr lang="en-GB" dirty="0" err="1"/>
              <a:t>enim</a:t>
            </a:r>
            <a:r>
              <a:rPr lang="en-GB" dirty="0"/>
              <a:t> ad minim </a:t>
            </a:r>
            <a:r>
              <a:rPr lang="en-GB" dirty="0" err="1"/>
              <a:t>veniam</a:t>
            </a:r>
            <a:r>
              <a:rPr lang="en-GB" dirty="0"/>
              <a:t>, </a:t>
            </a:r>
            <a:r>
              <a:rPr lang="en-GB" dirty="0" err="1"/>
              <a:t>quis</a:t>
            </a:r>
            <a:r>
              <a:rPr lang="en-GB" dirty="0"/>
              <a:t> </a:t>
            </a:r>
            <a:r>
              <a:rPr lang="en-GB" dirty="0" err="1"/>
              <a:t>nostrud</a:t>
            </a:r>
            <a:r>
              <a:rPr lang="en-GB" dirty="0"/>
              <a:t> </a:t>
            </a:r>
            <a:r>
              <a:rPr lang="en-GB" dirty="0" err="1"/>
              <a:t>exerci</a:t>
            </a:r>
            <a:r>
              <a:rPr lang="en-GB" dirty="0"/>
              <a:t> </a:t>
            </a:r>
            <a:r>
              <a:rPr lang="en-GB" dirty="0" err="1"/>
              <a:t>tation</a:t>
            </a:r>
            <a:r>
              <a:rPr lang="en-GB" dirty="0"/>
              <a:t> </a:t>
            </a:r>
            <a:r>
              <a:rPr lang="en-GB" dirty="0" err="1"/>
              <a:t>ullamcorper</a:t>
            </a:r>
            <a:r>
              <a:rPr lang="en-GB" dirty="0"/>
              <a:t> </a:t>
            </a:r>
            <a:r>
              <a:rPr lang="en-GB" dirty="0" err="1"/>
              <a:t>suscipit</a:t>
            </a:r>
            <a:r>
              <a:rPr lang="en-GB" dirty="0"/>
              <a:t> </a:t>
            </a:r>
            <a:r>
              <a:rPr lang="en-GB" dirty="0" err="1"/>
              <a:t>lobortis</a:t>
            </a:r>
            <a:r>
              <a:rPr lang="en-GB" dirty="0"/>
              <a:t> </a:t>
            </a:r>
            <a:r>
              <a:rPr lang="en-GB" dirty="0" err="1"/>
              <a:t>nisl</a:t>
            </a:r>
            <a:r>
              <a:rPr lang="en-GB" dirty="0"/>
              <a:t>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a:t>
            </a:r>
            <a:r>
              <a:rPr lang="en-GB" dirty="0"/>
              <a:t>. Duis autem </a:t>
            </a:r>
            <a:r>
              <a:rPr lang="en-GB" dirty="0" err="1"/>
              <a:t>vel</a:t>
            </a:r>
            <a:r>
              <a:rPr lang="en-GB" dirty="0"/>
              <a:t> </a:t>
            </a:r>
            <a:r>
              <a:rPr lang="en-GB" dirty="0" err="1"/>
              <a:t>eum</a:t>
            </a:r>
            <a:r>
              <a:rPr lang="en-GB" dirty="0"/>
              <a:t> </a:t>
            </a:r>
            <a:r>
              <a:rPr lang="en-GB" dirty="0" err="1"/>
              <a:t>iriure</a:t>
            </a:r>
            <a:r>
              <a:rPr lang="en-GB" dirty="0"/>
              <a:t> </a:t>
            </a:r>
            <a:r>
              <a:rPr lang="en-GB" dirty="0" err="1"/>
              <a:t>dolor</a:t>
            </a:r>
            <a:r>
              <a:rPr lang="en-GB" dirty="0"/>
              <a:t> in </a:t>
            </a:r>
            <a:r>
              <a:rPr lang="en-GB" dirty="0" err="1"/>
              <a:t>hendrerit</a:t>
            </a:r>
            <a:r>
              <a:rPr lang="en-GB" dirty="0"/>
              <a:t> in </a:t>
            </a:r>
            <a:r>
              <a:rPr lang="en-GB" dirty="0" err="1"/>
              <a:t>vulputate</a:t>
            </a:r>
            <a:r>
              <a:rPr lang="en-GB" dirty="0"/>
              <a:t> </a:t>
            </a:r>
            <a:r>
              <a:rPr lang="en-GB" dirty="0" err="1"/>
              <a:t>velit</a:t>
            </a:r>
            <a:r>
              <a:rPr lang="en-GB" dirty="0"/>
              <a:t> </a:t>
            </a:r>
            <a:r>
              <a:rPr lang="en-GB" dirty="0" err="1"/>
              <a:t>esse</a:t>
            </a:r>
            <a:r>
              <a:rPr lang="en-GB" dirty="0"/>
              <a:t> </a:t>
            </a:r>
            <a:r>
              <a:rPr lang="en-GB" dirty="0" err="1"/>
              <a:t>molestie</a:t>
            </a:r>
            <a:r>
              <a:rPr lang="en-GB" dirty="0"/>
              <a:t> </a:t>
            </a:r>
            <a:r>
              <a:rPr lang="en-GB" dirty="0" err="1"/>
              <a:t>consequat</a:t>
            </a:r>
            <a:r>
              <a:rPr lang="en-GB" dirty="0"/>
              <a:t>, </a:t>
            </a:r>
            <a:r>
              <a:rPr lang="en-GB" dirty="0" err="1"/>
              <a:t>vel</a:t>
            </a:r>
            <a:r>
              <a:rPr lang="en-GB" dirty="0"/>
              <a:t> illum dolore </a:t>
            </a:r>
            <a:r>
              <a:rPr lang="en-GB" dirty="0" err="1"/>
              <a:t>eu</a:t>
            </a:r>
            <a:r>
              <a:rPr lang="en-GB" dirty="0"/>
              <a:t> </a:t>
            </a:r>
            <a:r>
              <a:rPr lang="en-GB" dirty="0" err="1"/>
              <a:t>feugiat</a:t>
            </a:r>
            <a:r>
              <a:rPr lang="en-GB" dirty="0"/>
              <a:t> </a:t>
            </a:r>
            <a:r>
              <a:rPr lang="en-GB" dirty="0" err="1"/>
              <a:t>nulla</a:t>
            </a:r>
            <a:r>
              <a:rPr lang="en-GB" dirty="0"/>
              <a:t> </a:t>
            </a:r>
            <a:r>
              <a:rPr lang="en-GB" dirty="0" err="1"/>
              <a:t>facilisis</a:t>
            </a:r>
            <a:r>
              <a:rPr lang="en-GB" dirty="0"/>
              <a:t> at </a:t>
            </a:r>
            <a:r>
              <a:rPr lang="en-GB" dirty="0" err="1"/>
              <a:t>vero</a:t>
            </a:r>
            <a:r>
              <a:rPr lang="en-GB" dirty="0"/>
              <a:t> eros et </a:t>
            </a:r>
            <a:r>
              <a:rPr lang="en-GB" dirty="0" err="1"/>
              <a:t>accumsan</a:t>
            </a:r>
            <a:r>
              <a:rPr lang="en-GB" dirty="0"/>
              <a:t> et </a:t>
            </a:r>
            <a:r>
              <a:rPr lang="en-GB" dirty="0" err="1"/>
              <a:t>iusto</a:t>
            </a:r>
            <a:r>
              <a:rPr lang="en-GB" dirty="0"/>
              <a:t> </a:t>
            </a:r>
            <a:r>
              <a:rPr lang="en-GB" dirty="0" err="1"/>
              <a:t>odio</a:t>
            </a:r>
            <a:r>
              <a:rPr lang="en-GB" dirty="0"/>
              <a:t> </a:t>
            </a:r>
            <a:r>
              <a:rPr lang="en-GB" dirty="0" err="1"/>
              <a:t>dignissim</a:t>
            </a:r>
            <a:r>
              <a:rPr lang="en-GB" dirty="0"/>
              <a:t> qui </a:t>
            </a:r>
            <a:r>
              <a:rPr lang="en-GB" dirty="0" err="1"/>
              <a:t>blandit</a:t>
            </a:r>
            <a:r>
              <a:rPr lang="en-GB" dirty="0"/>
              <a:t> </a:t>
            </a:r>
            <a:r>
              <a:rPr lang="en-GB" dirty="0" err="1"/>
              <a:t>praesent</a:t>
            </a:r>
            <a:r>
              <a:rPr lang="en-GB" dirty="0"/>
              <a:t> </a:t>
            </a:r>
            <a:r>
              <a:rPr lang="en-GB" dirty="0" err="1"/>
              <a:t>luptatum</a:t>
            </a:r>
            <a:r>
              <a:rPr lang="en-GB" dirty="0"/>
              <a:t> </a:t>
            </a:r>
            <a:r>
              <a:rPr lang="en-GB" dirty="0" err="1"/>
              <a:t>zzril</a:t>
            </a:r>
            <a:r>
              <a:rPr lang="en-GB" dirty="0"/>
              <a:t> </a:t>
            </a:r>
            <a:r>
              <a:rPr lang="en-GB" dirty="0" err="1"/>
              <a:t>delenit</a:t>
            </a:r>
            <a:r>
              <a:rPr lang="en-GB" dirty="0"/>
              <a:t> </a:t>
            </a:r>
            <a:r>
              <a:rPr lang="en-GB" dirty="0" err="1"/>
              <a:t>augue</a:t>
            </a:r>
            <a:r>
              <a:rPr lang="en-GB" dirty="0"/>
              <a:t> </a:t>
            </a:r>
            <a:r>
              <a:rPr lang="en-GB" dirty="0" err="1"/>
              <a:t>duis</a:t>
            </a:r>
            <a:r>
              <a:rPr lang="en-GB" dirty="0"/>
              <a:t> dolore </a:t>
            </a:r>
            <a:r>
              <a:rPr lang="en-GB" dirty="0" err="1"/>
              <a:t>te</a:t>
            </a:r>
            <a:r>
              <a:rPr lang="en-GB" dirty="0"/>
              <a:t> </a:t>
            </a:r>
            <a:r>
              <a:rPr lang="en-GB" dirty="0" err="1"/>
              <a:t>feugait</a:t>
            </a:r>
            <a:r>
              <a:rPr lang="en-GB" dirty="0"/>
              <a:t> </a:t>
            </a:r>
            <a:r>
              <a:rPr lang="en-GB" dirty="0" err="1"/>
              <a:t>nulla</a:t>
            </a:r>
            <a:r>
              <a:rPr lang="en-GB" dirty="0"/>
              <a:t> </a:t>
            </a:r>
            <a:r>
              <a:rPr lang="en-GB" dirty="0" err="1"/>
              <a:t>facilisi</a:t>
            </a:r>
            <a:r>
              <a:rPr lang="en-GB" dirty="0"/>
              <a:t>.</a:t>
            </a:r>
          </a:p>
          <a:p>
            <a:pPr marL="0" lvl="0" indent="0">
              <a:lnSpc>
                <a:spcPct val="100000"/>
              </a:lnSpc>
              <a:buFontTx/>
              <a:buNone/>
              <a:tabLst/>
            </a:pPr>
            <a:r>
              <a:rPr lang="en-GB" dirty="0"/>
              <a:t>Lorem ipsum </a:t>
            </a:r>
            <a:r>
              <a:rPr lang="en-GB" dirty="0" err="1"/>
              <a:t>dolor</a:t>
            </a:r>
            <a:r>
              <a:rPr lang="en-GB" dirty="0"/>
              <a:t> sit </a:t>
            </a:r>
            <a:r>
              <a:rPr lang="en-GB" dirty="0" err="1"/>
              <a:t>amet</a:t>
            </a:r>
            <a:r>
              <a:rPr lang="en-GB" dirty="0"/>
              <a:t>, cons </a:t>
            </a:r>
            <a:r>
              <a:rPr lang="en-GB" dirty="0" err="1"/>
              <a:t>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 Ut </a:t>
            </a:r>
            <a:r>
              <a:rPr lang="en-GB" dirty="0" err="1"/>
              <a:t>wisi</a:t>
            </a:r>
            <a:r>
              <a:rPr lang="en-GB" dirty="0"/>
              <a:t> </a:t>
            </a:r>
            <a:r>
              <a:rPr lang="en-GB" dirty="0" err="1"/>
              <a:t>enim</a:t>
            </a:r>
            <a:r>
              <a:rPr lang="en-GB" dirty="0"/>
              <a:t> ad minim </a:t>
            </a:r>
            <a:r>
              <a:rPr lang="en-GB" dirty="0" err="1"/>
              <a:t>veniam</a:t>
            </a:r>
            <a:r>
              <a:rPr lang="en-GB" dirty="0"/>
              <a:t>, </a:t>
            </a:r>
            <a:r>
              <a:rPr lang="en-GB" dirty="0" err="1"/>
              <a:t>quis</a:t>
            </a:r>
            <a:r>
              <a:rPr lang="en-GB" dirty="0"/>
              <a:t> </a:t>
            </a:r>
            <a:r>
              <a:rPr lang="en-GB" dirty="0" err="1"/>
              <a:t>nostrud</a:t>
            </a:r>
            <a:r>
              <a:rPr lang="en-GB" dirty="0"/>
              <a:t> </a:t>
            </a:r>
            <a:r>
              <a:rPr lang="en-GB" dirty="0" err="1"/>
              <a:t>exerci</a:t>
            </a:r>
            <a:r>
              <a:rPr lang="en-GB" dirty="0"/>
              <a:t> </a:t>
            </a:r>
            <a:r>
              <a:rPr lang="en-GB" dirty="0" err="1"/>
              <a:t>tation</a:t>
            </a:r>
            <a:r>
              <a:rPr lang="en-GB" dirty="0"/>
              <a:t> </a:t>
            </a:r>
            <a:r>
              <a:rPr lang="en-GB" dirty="0" err="1"/>
              <a:t>ullamcorper</a:t>
            </a:r>
            <a:r>
              <a:rPr lang="en-GB" dirty="0"/>
              <a:t> </a:t>
            </a:r>
            <a:r>
              <a:rPr lang="en-GB" dirty="0" err="1"/>
              <a:t>suscipit</a:t>
            </a:r>
            <a:r>
              <a:rPr lang="en-GB" dirty="0"/>
              <a:t> </a:t>
            </a:r>
            <a:r>
              <a:rPr lang="en-GB" dirty="0" err="1"/>
              <a:t>lobortis</a:t>
            </a:r>
            <a:r>
              <a:rPr lang="en-GB" dirty="0"/>
              <a:t> </a:t>
            </a:r>
            <a:r>
              <a:rPr lang="en-GB" dirty="0" err="1"/>
              <a:t>nisl</a:t>
            </a:r>
            <a:r>
              <a:rPr lang="en-GB" dirty="0"/>
              <a:t>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a:t>
            </a:r>
            <a:r>
              <a:rPr lang="en-GB" dirty="0"/>
              <a:t>.</a:t>
            </a:r>
          </a:p>
          <a:p>
            <a:pPr marL="0" lvl="0" indent="0">
              <a:lnSpc>
                <a:spcPct val="100000"/>
              </a:lnSpc>
              <a:buFontTx/>
              <a:buNone/>
              <a:tabLst/>
            </a:pP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 </a:t>
            </a:r>
          </a:p>
          <a:p>
            <a:pPr marL="0" lvl="0" indent="0">
              <a:lnSpc>
                <a:spcPct val="100000"/>
              </a:lnSpc>
              <a:buFontTx/>
              <a:buNone/>
              <a:tabLst/>
            </a:pPr>
            <a:r>
              <a:rPr lang="en-GB" dirty="0"/>
              <a:t>Ut </a:t>
            </a:r>
            <a:r>
              <a:rPr lang="en-GB" dirty="0" err="1"/>
              <a:t>wisi</a:t>
            </a:r>
            <a:r>
              <a:rPr lang="en-GB" dirty="0"/>
              <a:t> </a:t>
            </a:r>
            <a:r>
              <a:rPr lang="en-GB" dirty="0" err="1"/>
              <a:t>enim</a:t>
            </a:r>
            <a:r>
              <a:rPr lang="en-GB" dirty="0"/>
              <a:t> ad minim </a:t>
            </a:r>
            <a:r>
              <a:rPr lang="en-GB" dirty="0" err="1"/>
              <a:t>veniam</a:t>
            </a:r>
            <a:r>
              <a:rPr lang="en-GB" dirty="0"/>
              <a:t>, </a:t>
            </a:r>
            <a:r>
              <a:rPr lang="en-GB" dirty="0" err="1"/>
              <a:t>quis</a:t>
            </a:r>
            <a:r>
              <a:rPr lang="en-GB" dirty="0"/>
              <a:t> </a:t>
            </a:r>
            <a:r>
              <a:rPr lang="en-GB" dirty="0" err="1"/>
              <a:t>nostrud</a:t>
            </a:r>
            <a:r>
              <a:rPr lang="en-GB" dirty="0"/>
              <a:t> </a:t>
            </a:r>
            <a:r>
              <a:rPr lang="en-GB" dirty="0" err="1"/>
              <a:t>exerci</a:t>
            </a:r>
            <a:r>
              <a:rPr lang="en-GB" dirty="0"/>
              <a:t> </a:t>
            </a:r>
            <a:r>
              <a:rPr lang="en-GB" dirty="0" err="1"/>
              <a:t>tation</a:t>
            </a:r>
            <a:r>
              <a:rPr lang="en-GB" dirty="0"/>
              <a:t> </a:t>
            </a:r>
            <a:r>
              <a:rPr lang="en-GB" dirty="0" err="1"/>
              <a:t>ullamcorper</a:t>
            </a:r>
            <a:r>
              <a:rPr lang="en-GB" dirty="0"/>
              <a:t> </a:t>
            </a:r>
            <a:r>
              <a:rPr lang="en-GB" dirty="0" err="1"/>
              <a:t>suscipit</a:t>
            </a:r>
            <a:r>
              <a:rPr lang="en-GB" dirty="0"/>
              <a:t> </a:t>
            </a:r>
            <a:r>
              <a:rPr lang="en-GB" dirty="0" err="1"/>
              <a:t>lobortis</a:t>
            </a:r>
            <a:r>
              <a:rPr lang="en-GB" dirty="0"/>
              <a:t> </a:t>
            </a:r>
            <a:r>
              <a:rPr lang="en-GB" dirty="0" err="1"/>
              <a:t>nisl</a:t>
            </a:r>
            <a:r>
              <a:rPr lang="en-GB" dirty="0"/>
              <a:t>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a:t>
            </a:r>
            <a:r>
              <a:rPr lang="en-GB" dirty="0"/>
              <a:t>. Duis autem </a:t>
            </a:r>
            <a:r>
              <a:rPr lang="en-GB" dirty="0" err="1"/>
              <a:t>vel</a:t>
            </a:r>
            <a:r>
              <a:rPr lang="en-GB" dirty="0"/>
              <a:t> </a:t>
            </a:r>
            <a:r>
              <a:rPr lang="en-GB" dirty="0" err="1"/>
              <a:t>eum</a:t>
            </a:r>
            <a:r>
              <a:rPr lang="en-GB" dirty="0"/>
              <a:t> </a:t>
            </a:r>
            <a:r>
              <a:rPr lang="en-GB" dirty="0" err="1"/>
              <a:t>iriure</a:t>
            </a:r>
            <a:r>
              <a:rPr lang="en-GB" dirty="0"/>
              <a:t> </a:t>
            </a:r>
            <a:r>
              <a:rPr lang="en-GB" dirty="0" err="1"/>
              <a:t>dolor</a:t>
            </a:r>
            <a:r>
              <a:rPr lang="en-GB" dirty="0"/>
              <a:t> in </a:t>
            </a:r>
            <a:r>
              <a:rPr lang="en-GB" dirty="0" err="1"/>
              <a:t>hendrerit</a:t>
            </a:r>
            <a:r>
              <a:rPr lang="en-GB" dirty="0"/>
              <a:t> in </a:t>
            </a:r>
            <a:r>
              <a:rPr lang="en-GB" dirty="0" err="1"/>
              <a:t>vulputate</a:t>
            </a:r>
            <a:r>
              <a:rPr lang="en-GB" dirty="0"/>
              <a:t> </a:t>
            </a:r>
            <a:r>
              <a:rPr lang="en-GB" dirty="0" err="1"/>
              <a:t>velit</a:t>
            </a:r>
            <a:r>
              <a:rPr lang="en-GB" dirty="0"/>
              <a:t> </a:t>
            </a:r>
            <a:r>
              <a:rPr lang="en-GB" dirty="0" err="1"/>
              <a:t>esse</a:t>
            </a:r>
            <a:r>
              <a:rPr lang="en-GB" dirty="0"/>
              <a:t> </a:t>
            </a:r>
            <a:r>
              <a:rPr lang="en-GB" dirty="0" err="1"/>
              <a:t>molestie</a:t>
            </a:r>
            <a:r>
              <a:rPr lang="en-GB" dirty="0"/>
              <a:t> </a:t>
            </a:r>
            <a:r>
              <a:rPr lang="en-GB" dirty="0" err="1"/>
              <a:t>consequat</a:t>
            </a:r>
            <a:r>
              <a:rPr lang="en-GB" dirty="0"/>
              <a:t>, </a:t>
            </a:r>
            <a:r>
              <a:rPr lang="en-GB" dirty="0" err="1"/>
              <a:t>vel</a:t>
            </a:r>
            <a:r>
              <a:rPr lang="en-GB" dirty="0"/>
              <a:t> illum dolore </a:t>
            </a:r>
            <a:r>
              <a:rPr lang="en-GB" dirty="0" err="1"/>
              <a:t>eu</a:t>
            </a:r>
            <a:r>
              <a:rPr lang="en-GB" dirty="0"/>
              <a:t> </a:t>
            </a:r>
            <a:r>
              <a:rPr lang="en-GB" dirty="0" err="1"/>
              <a:t>feugiat</a:t>
            </a:r>
            <a:r>
              <a:rPr lang="en-GB" dirty="0"/>
              <a:t> </a:t>
            </a:r>
            <a:r>
              <a:rPr lang="en-GB" dirty="0" err="1"/>
              <a:t>nulla</a:t>
            </a:r>
            <a:r>
              <a:rPr lang="en-GB" dirty="0"/>
              <a:t> </a:t>
            </a:r>
            <a:r>
              <a:rPr lang="en-GB" dirty="0" err="1"/>
              <a:t>facilisis</a:t>
            </a:r>
            <a:r>
              <a:rPr lang="en-GB" dirty="0"/>
              <a:t> at </a:t>
            </a:r>
            <a:r>
              <a:rPr lang="en-GB" dirty="0" err="1"/>
              <a:t>vero</a:t>
            </a:r>
            <a:r>
              <a:rPr lang="en-GB" dirty="0"/>
              <a:t> eros et </a:t>
            </a:r>
            <a:r>
              <a:rPr lang="en-GB" dirty="0" err="1"/>
              <a:t>accumsan</a:t>
            </a:r>
            <a:r>
              <a:rPr lang="en-GB" dirty="0"/>
              <a:t> et </a:t>
            </a:r>
            <a:r>
              <a:rPr lang="en-GB" dirty="0" err="1"/>
              <a:t>iusto</a:t>
            </a:r>
            <a:r>
              <a:rPr lang="en-GB" dirty="0"/>
              <a:t> </a:t>
            </a:r>
            <a:r>
              <a:rPr lang="en-GB" dirty="0" err="1"/>
              <a:t>odio</a:t>
            </a:r>
            <a:r>
              <a:rPr lang="en-GB" dirty="0"/>
              <a:t> </a:t>
            </a:r>
            <a:r>
              <a:rPr lang="en-GB" dirty="0" err="1"/>
              <a:t>dignissim</a:t>
            </a:r>
            <a:r>
              <a:rPr lang="en-GB" dirty="0"/>
              <a:t> qui </a:t>
            </a:r>
            <a:r>
              <a:rPr lang="en-GB" dirty="0" err="1"/>
              <a:t>blandit</a:t>
            </a:r>
            <a:r>
              <a:rPr lang="en-GB" dirty="0"/>
              <a:t> </a:t>
            </a:r>
            <a:r>
              <a:rPr lang="en-GB" dirty="0" err="1"/>
              <a:t>praesent</a:t>
            </a:r>
            <a:r>
              <a:rPr lang="en-GB" dirty="0"/>
              <a:t> </a:t>
            </a:r>
            <a:r>
              <a:rPr lang="en-GB" dirty="0" err="1"/>
              <a:t>luptatum</a:t>
            </a:r>
            <a:r>
              <a:rPr lang="en-GB" dirty="0"/>
              <a:t> </a:t>
            </a:r>
            <a:r>
              <a:rPr lang="en-GB" dirty="0" err="1"/>
              <a:t>zzril</a:t>
            </a:r>
            <a:r>
              <a:rPr lang="en-GB" dirty="0"/>
              <a:t> </a:t>
            </a:r>
            <a:r>
              <a:rPr lang="en-GB" dirty="0" err="1"/>
              <a:t>delenit</a:t>
            </a:r>
            <a:r>
              <a:rPr lang="en-GB" dirty="0"/>
              <a:t> </a:t>
            </a:r>
            <a:r>
              <a:rPr lang="en-GB" dirty="0" err="1"/>
              <a:t>augue</a:t>
            </a:r>
            <a:r>
              <a:rPr lang="en-GB" dirty="0"/>
              <a:t> </a:t>
            </a:r>
            <a:r>
              <a:rPr lang="en-GB" dirty="0" err="1"/>
              <a:t>duis</a:t>
            </a:r>
            <a:r>
              <a:rPr lang="en-GB" dirty="0"/>
              <a:t> dolore </a:t>
            </a:r>
            <a:r>
              <a:rPr lang="en-GB" dirty="0" err="1"/>
              <a:t>te</a:t>
            </a:r>
            <a:r>
              <a:rPr lang="en-GB" dirty="0"/>
              <a:t> </a:t>
            </a:r>
            <a:r>
              <a:rPr lang="en-GB" dirty="0" err="1"/>
              <a:t>feugait</a:t>
            </a:r>
            <a:r>
              <a:rPr lang="en-GB" dirty="0"/>
              <a:t> </a:t>
            </a:r>
            <a:r>
              <a:rPr lang="en-GB" dirty="0" err="1"/>
              <a:t>nulla</a:t>
            </a:r>
            <a:r>
              <a:rPr lang="en-GB" dirty="0"/>
              <a:t> </a:t>
            </a:r>
            <a:r>
              <a:rPr lang="en-GB" dirty="0" err="1"/>
              <a:t>facilisi</a:t>
            </a:r>
            <a:endParaRPr lang="en-GB" dirty="0"/>
          </a:p>
        </p:txBody>
      </p:sp>
      <p:sp>
        <p:nvSpPr>
          <p:cNvPr id="3" name="Chart Placeholder 2">
            <a:extLst>
              <a:ext uri="{FF2B5EF4-FFF2-40B4-BE49-F238E27FC236}">
                <a16:creationId xmlns:a16="http://schemas.microsoft.com/office/drawing/2014/main" id="{78C22819-0EC3-43E2-8CE4-E07647D8AD43}"/>
              </a:ext>
            </a:extLst>
          </p:cNvPr>
          <p:cNvSpPr>
            <a:spLocks noGrp="1"/>
          </p:cNvSpPr>
          <p:nvPr>
            <p:ph type="chart" sz="quarter" idx="13"/>
          </p:nvPr>
        </p:nvSpPr>
        <p:spPr>
          <a:xfrm>
            <a:off x="6283234" y="512763"/>
            <a:ext cx="5091204" cy="5832475"/>
          </a:xfrm>
          <a:prstGeom prst="rect">
            <a:avLst/>
          </a:prstGeom>
        </p:spPr>
        <p:txBody>
          <a:bodyPr/>
          <a:lstStyle>
            <a:lvl1pPr>
              <a:defRPr sz="3200">
                <a:latin typeface="Arial" panose="020B0604020202020204" pitchFamily="34" charset="0"/>
                <a:cs typeface="Arial" panose="020B0604020202020204" pitchFamily="34" charset="0"/>
              </a:defRPr>
            </a:lvl1pPr>
          </a:lstStyle>
          <a:p>
            <a:r>
              <a:rPr lang="en-US"/>
              <a:t>Click icon to add chart</a:t>
            </a:r>
          </a:p>
        </p:txBody>
      </p:sp>
    </p:spTree>
    <p:extLst>
      <p:ext uri="{BB962C8B-B14F-4D97-AF65-F5344CB8AC3E}">
        <p14:creationId xmlns:p14="http://schemas.microsoft.com/office/powerpoint/2010/main" val="406400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593C55-0EC9-434E-B40B-D66FD4415D9E}"/>
              </a:ext>
            </a:extLst>
          </p:cNvPr>
          <p:cNvPicPr>
            <a:picLocks noChangeAspect="1"/>
          </p:cNvPicPr>
          <p:nvPr userDrawn="1"/>
        </p:nvPicPr>
        <p:blipFill>
          <a:blip r:embed="rId2"/>
          <a:stretch>
            <a:fillRect/>
          </a:stretch>
        </p:blipFill>
        <p:spPr>
          <a:xfrm>
            <a:off x="0" y="788232"/>
            <a:ext cx="817705" cy="392498"/>
          </a:xfrm>
          <a:prstGeom prst="rect">
            <a:avLst/>
          </a:prstGeom>
        </p:spPr>
      </p:pic>
      <p:sp>
        <p:nvSpPr>
          <p:cNvPr id="8" name="Text Placeholder 15">
            <a:extLst>
              <a:ext uri="{FF2B5EF4-FFF2-40B4-BE49-F238E27FC236}">
                <a16:creationId xmlns:a16="http://schemas.microsoft.com/office/drawing/2014/main" id="{A3206720-45E7-413E-9B47-02433AD3BBA7}"/>
              </a:ext>
            </a:extLst>
          </p:cNvPr>
          <p:cNvSpPr>
            <a:spLocks noGrp="1"/>
          </p:cNvSpPr>
          <p:nvPr>
            <p:ph type="body" sz="quarter" idx="11" hasCustomPrompt="1"/>
          </p:nvPr>
        </p:nvSpPr>
        <p:spPr>
          <a:xfrm>
            <a:off x="817705" y="512782"/>
            <a:ext cx="10556590" cy="633112"/>
          </a:xfrm>
          <a:prstGeom prst="rect">
            <a:avLst/>
          </a:prstGeom>
        </p:spPr>
        <p:txBody>
          <a:bodyPr>
            <a:normAutofit/>
          </a:bodyPr>
          <a:lstStyle>
            <a:lvl1pPr marL="0" indent="0">
              <a:lnSpc>
                <a:spcPct val="100000"/>
              </a:lnSpc>
              <a:buFontTx/>
              <a:buNone/>
              <a:defRPr sz="3200" b="0" i="0" baseline="0">
                <a:solidFill>
                  <a:srgbClr val="4D4D4F"/>
                </a:solidFill>
                <a:latin typeface="Arial" panose="020B0604020202020204" pitchFamily="34" charset="0"/>
                <a:cs typeface="Arial" panose="020B0604020202020204" pitchFamily="34" charset="0"/>
              </a:defRPr>
            </a:lvl1pPr>
          </a:lstStyle>
          <a:p>
            <a:pPr lvl="0"/>
            <a:r>
              <a:rPr lang="en-GB" dirty="0"/>
              <a:t>Text slide</a:t>
            </a:r>
          </a:p>
        </p:txBody>
      </p:sp>
      <p:sp>
        <p:nvSpPr>
          <p:cNvPr id="4" name="SmartArt Placeholder 3">
            <a:extLst>
              <a:ext uri="{FF2B5EF4-FFF2-40B4-BE49-F238E27FC236}">
                <a16:creationId xmlns:a16="http://schemas.microsoft.com/office/drawing/2014/main" id="{3251F54B-85A3-4838-9F06-D18A1775464D}"/>
              </a:ext>
            </a:extLst>
          </p:cNvPr>
          <p:cNvSpPr>
            <a:spLocks noGrp="1"/>
          </p:cNvSpPr>
          <p:nvPr>
            <p:ph type="dgm" sz="quarter" idx="12"/>
          </p:nvPr>
        </p:nvSpPr>
        <p:spPr>
          <a:xfrm>
            <a:off x="6237027" y="1273175"/>
            <a:ext cx="5137268" cy="5072042"/>
          </a:xfrm>
          <a:prstGeom prst="rect">
            <a:avLst/>
          </a:prstGeom>
        </p:spPr>
        <p:txBody>
          <a:bodyPr/>
          <a:lstStyle>
            <a:lvl1pPr marL="0" indent="0">
              <a:buNone/>
              <a:defRPr sz="2000">
                <a:latin typeface="Arial" panose="020B0604020202020204" pitchFamily="34" charset="0"/>
                <a:cs typeface="Arial" panose="020B0604020202020204" pitchFamily="34" charset="0"/>
              </a:defRPr>
            </a:lvl1pPr>
          </a:lstStyle>
          <a:p>
            <a:r>
              <a:rPr lang="en-US"/>
              <a:t>Click icon to add SmartArt graphic</a:t>
            </a:r>
          </a:p>
        </p:txBody>
      </p:sp>
      <p:sp>
        <p:nvSpPr>
          <p:cNvPr id="15" name="Text Placeholder 17">
            <a:extLst>
              <a:ext uri="{FF2B5EF4-FFF2-40B4-BE49-F238E27FC236}">
                <a16:creationId xmlns:a16="http://schemas.microsoft.com/office/drawing/2014/main" id="{0D00CE33-83C4-420E-915C-422C0F156E11}"/>
              </a:ext>
            </a:extLst>
          </p:cNvPr>
          <p:cNvSpPr>
            <a:spLocks noGrp="1"/>
          </p:cNvSpPr>
          <p:nvPr>
            <p:ph type="body" sz="quarter" idx="13" hasCustomPrompt="1"/>
          </p:nvPr>
        </p:nvSpPr>
        <p:spPr>
          <a:xfrm>
            <a:off x="817705" y="1273175"/>
            <a:ext cx="5278295" cy="5072043"/>
          </a:xfrm>
          <a:prstGeom prst="rect">
            <a:avLst/>
          </a:prstGeom>
        </p:spPr>
        <p:txBody>
          <a:bodyPr>
            <a:noAutofit/>
          </a:bodyPr>
          <a:lstStyle>
            <a:lvl1pPr>
              <a:defRPr lang="en-GB" sz="1200" baseline="0" dirty="0">
                <a:solidFill>
                  <a:srgbClr val="4D4D4F"/>
                </a:solidFill>
                <a:latin typeface="Arial" panose="020B0604020202020204" pitchFamily="34" charset="0"/>
                <a:cs typeface="Arial" panose="020B0604020202020204" pitchFamily="34" charset="0"/>
              </a:defRPr>
            </a:lvl1pPr>
          </a:lstStyle>
          <a:p>
            <a:pPr marL="0" lvl="0" indent="0">
              <a:lnSpc>
                <a:spcPct val="100000"/>
              </a:lnSpc>
              <a:buFontTx/>
              <a:buNone/>
              <a:tabLst/>
            </a:pP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 Ut </a:t>
            </a:r>
            <a:r>
              <a:rPr lang="en-GB" dirty="0" err="1"/>
              <a:t>wisi</a:t>
            </a:r>
            <a:r>
              <a:rPr lang="en-GB" dirty="0"/>
              <a:t> </a:t>
            </a:r>
            <a:r>
              <a:rPr lang="en-GB" dirty="0" err="1"/>
              <a:t>enim</a:t>
            </a:r>
            <a:r>
              <a:rPr lang="en-GB" dirty="0"/>
              <a:t> ad minim </a:t>
            </a:r>
            <a:r>
              <a:rPr lang="en-GB" dirty="0" err="1"/>
              <a:t>veniam</a:t>
            </a:r>
            <a:r>
              <a:rPr lang="en-GB" dirty="0"/>
              <a:t>, </a:t>
            </a:r>
            <a:r>
              <a:rPr lang="en-GB" dirty="0" err="1"/>
              <a:t>quis</a:t>
            </a:r>
            <a:r>
              <a:rPr lang="en-GB" dirty="0"/>
              <a:t> </a:t>
            </a:r>
            <a:r>
              <a:rPr lang="en-GB" dirty="0" err="1"/>
              <a:t>nostrud</a:t>
            </a:r>
            <a:r>
              <a:rPr lang="en-GB" dirty="0"/>
              <a:t> </a:t>
            </a:r>
            <a:r>
              <a:rPr lang="en-GB" dirty="0" err="1"/>
              <a:t>exerci</a:t>
            </a:r>
            <a:r>
              <a:rPr lang="en-GB" dirty="0"/>
              <a:t> </a:t>
            </a:r>
            <a:r>
              <a:rPr lang="en-GB" dirty="0" err="1"/>
              <a:t>tation</a:t>
            </a:r>
            <a:r>
              <a:rPr lang="en-GB" dirty="0"/>
              <a:t> </a:t>
            </a:r>
            <a:r>
              <a:rPr lang="en-GB" dirty="0" err="1"/>
              <a:t>ullamcorper</a:t>
            </a:r>
            <a:r>
              <a:rPr lang="en-GB" dirty="0"/>
              <a:t> </a:t>
            </a:r>
            <a:r>
              <a:rPr lang="en-GB" dirty="0" err="1"/>
              <a:t>suscipit</a:t>
            </a:r>
            <a:r>
              <a:rPr lang="en-GB" dirty="0"/>
              <a:t> </a:t>
            </a:r>
            <a:r>
              <a:rPr lang="en-GB" dirty="0" err="1"/>
              <a:t>lobortis</a:t>
            </a:r>
            <a:r>
              <a:rPr lang="en-GB" dirty="0"/>
              <a:t> </a:t>
            </a:r>
            <a:r>
              <a:rPr lang="en-GB" dirty="0" err="1"/>
              <a:t>nisl</a:t>
            </a:r>
            <a:r>
              <a:rPr lang="en-GB" dirty="0"/>
              <a:t>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a:t>
            </a:r>
            <a:r>
              <a:rPr lang="en-GB" dirty="0"/>
              <a:t>. Duis autem </a:t>
            </a:r>
            <a:r>
              <a:rPr lang="en-GB" dirty="0" err="1"/>
              <a:t>vel</a:t>
            </a:r>
            <a:r>
              <a:rPr lang="en-GB" dirty="0"/>
              <a:t> </a:t>
            </a:r>
            <a:r>
              <a:rPr lang="en-GB" dirty="0" err="1"/>
              <a:t>eum</a:t>
            </a:r>
            <a:r>
              <a:rPr lang="en-GB" dirty="0"/>
              <a:t> </a:t>
            </a:r>
            <a:r>
              <a:rPr lang="en-GB" dirty="0" err="1"/>
              <a:t>iriure</a:t>
            </a:r>
            <a:r>
              <a:rPr lang="en-GB" dirty="0"/>
              <a:t> </a:t>
            </a:r>
            <a:r>
              <a:rPr lang="en-GB" dirty="0" err="1"/>
              <a:t>dolor</a:t>
            </a:r>
            <a:r>
              <a:rPr lang="en-GB" dirty="0"/>
              <a:t> in </a:t>
            </a:r>
            <a:r>
              <a:rPr lang="en-GB" dirty="0" err="1"/>
              <a:t>hendrerit</a:t>
            </a:r>
            <a:r>
              <a:rPr lang="en-GB" dirty="0"/>
              <a:t> in </a:t>
            </a:r>
            <a:r>
              <a:rPr lang="en-GB" dirty="0" err="1"/>
              <a:t>vulputate</a:t>
            </a:r>
            <a:r>
              <a:rPr lang="en-GB" dirty="0"/>
              <a:t> </a:t>
            </a:r>
            <a:r>
              <a:rPr lang="en-GB" dirty="0" err="1"/>
              <a:t>velit</a:t>
            </a:r>
            <a:r>
              <a:rPr lang="en-GB" dirty="0"/>
              <a:t> </a:t>
            </a:r>
            <a:r>
              <a:rPr lang="en-GB" dirty="0" err="1"/>
              <a:t>esse</a:t>
            </a:r>
            <a:r>
              <a:rPr lang="en-GB" dirty="0"/>
              <a:t> </a:t>
            </a:r>
            <a:r>
              <a:rPr lang="en-GB" dirty="0" err="1"/>
              <a:t>molestie</a:t>
            </a:r>
            <a:r>
              <a:rPr lang="en-GB" dirty="0"/>
              <a:t> </a:t>
            </a:r>
            <a:r>
              <a:rPr lang="en-GB" dirty="0" err="1"/>
              <a:t>consequat</a:t>
            </a:r>
            <a:r>
              <a:rPr lang="en-GB" dirty="0"/>
              <a:t>, </a:t>
            </a:r>
            <a:r>
              <a:rPr lang="en-GB" dirty="0" err="1"/>
              <a:t>vel</a:t>
            </a:r>
            <a:r>
              <a:rPr lang="en-GB" dirty="0"/>
              <a:t> illum dolore </a:t>
            </a:r>
            <a:r>
              <a:rPr lang="en-GB" dirty="0" err="1"/>
              <a:t>eu</a:t>
            </a:r>
            <a:r>
              <a:rPr lang="en-GB" dirty="0"/>
              <a:t> </a:t>
            </a:r>
            <a:r>
              <a:rPr lang="en-GB" dirty="0" err="1"/>
              <a:t>feugiat</a:t>
            </a:r>
            <a:r>
              <a:rPr lang="en-GB" dirty="0"/>
              <a:t> </a:t>
            </a:r>
            <a:r>
              <a:rPr lang="en-GB" dirty="0" err="1"/>
              <a:t>nulla</a:t>
            </a:r>
            <a:r>
              <a:rPr lang="en-GB" dirty="0"/>
              <a:t> </a:t>
            </a:r>
            <a:r>
              <a:rPr lang="en-GB" dirty="0" err="1"/>
              <a:t>facilisis</a:t>
            </a:r>
            <a:r>
              <a:rPr lang="en-GB" dirty="0"/>
              <a:t> at </a:t>
            </a:r>
            <a:r>
              <a:rPr lang="en-GB" dirty="0" err="1"/>
              <a:t>vero</a:t>
            </a:r>
            <a:r>
              <a:rPr lang="en-GB" dirty="0"/>
              <a:t> eros et </a:t>
            </a:r>
            <a:r>
              <a:rPr lang="en-GB" dirty="0" err="1"/>
              <a:t>accumsan</a:t>
            </a:r>
            <a:r>
              <a:rPr lang="en-GB" dirty="0"/>
              <a:t> et </a:t>
            </a:r>
            <a:r>
              <a:rPr lang="en-GB" dirty="0" err="1"/>
              <a:t>iusto</a:t>
            </a:r>
            <a:r>
              <a:rPr lang="en-GB" dirty="0"/>
              <a:t> </a:t>
            </a:r>
            <a:r>
              <a:rPr lang="en-GB" dirty="0" err="1"/>
              <a:t>odio</a:t>
            </a:r>
            <a:r>
              <a:rPr lang="en-GB" dirty="0"/>
              <a:t> </a:t>
            </a:r>
            <a:r>
              <a:rPr lang="en-GB" dirty="0" err="1"/>
              <a:t>dignissim</a:t>
            </a:r>
            <a:r>
              <a:rPr lang="en-GB" dirty="0"/>
              <a:t> qui </a:t>
            </a:r>
            <a:r>
              <a:rPr lang="en-GB" dirty="0" err="1"/>
              <a:t>blandit</a:t>
            </a:r>
            <a:r>
              <a:rPr lang="en-GB" dirty="0"/>
              <a:t> </a:t>
            </a:r>
            <a:r>
              <a:rPr lang="en-GB" dirty="0" err="1"/>
              <a:t>praesent</a:t>
            </a:r>
            <a:r>
              <a:rPr lang="en-GB" dirty="0"/>
              <a:t> </a:t>
            </a:r>
            <a:r>
              <a:rPr lang="en-GB" dirty="0" err="1"/>
              <a:t>luptatum</a:t>
            </a:r>
            <a:r>
              <a:rPr lang="en-GB" dirty="0"/>
              <a:t> </a:t>
            </a:r>
            <a:r>
              <a:rPr lang="en-GB" dirty="0" err="1"/>
              <a:t>zzril</a:t>
            </a:r>
            <a:r>
              <a:rPr lang="en-GB" dirty="0"/>
              <a:t> </a:t>
            </a:r>
            <a:r>
              <a:rPr lang="en-GB" dirty="0" err="1"/>
              <a:t>delenit</a:t>
            </a:r>
            <a:r>
              <a:rPr lang="en-GB" dirty="0"/>
              <a:t> </a:t>
            </a:r>
            <a:r>
              <a:rPr lang="en-GB" dirty="0" err="1"/>
              <a:t>augue</a:t>
            </a:r>
            <a:r>
              <a:rPr lang="en-GB" dirty="0"/>
              <a:t> </a:t>
            </a:r>
            <a:r>
              <a:rPr lang="en-GB" dirty="0" err="1"/>
              <a:t>duis</a:t>
            </a:r>
            <a:r>
              <a:rPr lang="en-GB" dirty="0"/>
              <a:t> dolore </a:t>
            </a:r>
            <a:r>
              <a:rPr lang="en-GB" dirty="0" err="1"/>
              <a:t>te</a:t>
            </a:r>
            <a:r>
              <a:rPr lang="en-GB" dirty="0"/>
              <a:t> </a:t>
            </a:r>
            <a:r>
              <a:rPr lang="en-GB" dirty="0" err="1"/>
              <a:t>feugait</a:t>
            </a:r>
            <a:r>
              <a:rPr lang="en-GB" dirty="0"/>
              <a:t> </a:t>
            </a:r>
            <a:r>
              <a:rPr lang="en-GB" dirty="0" err="1"/>
              <a:t>nulla</a:t>
            </a:r>
            <a:r>
              <a:rPr lang="en-GB" dirty="0"/>
              <a:t> </a:t>
            </a:r>
            <a:r>
              <a:rPr lang="en-GB" dirty="0" err="1"/>
              <a:t>facilisi</a:t>
            </a:r>
            <a:r>
              <a:rPr lang="en-GB" dirty="0"/>
              <a:t>.</a:t>
            </a:r>
          </a:p>
          <a:p>
            <a:pPr marL="0" lvl="0" indent="0">
              <a:lnSpc>
                <a:spcPct val="100000"/>
              </a:lnSpc>
              <a:buFontTx/>
              <a:buNone/>
              <a:tabLst/>
            </a:pPr>
            <a:r>
              <a:rPr lang="en-GB" dirty="0"/>
              <a:t>Lorem ipsum </a:t>
            </a:r>
            <a:r>
              <a:rPr lang="en-GB" dirty="0" err="1"/>
              <a:t>dolor</a:t>
            </a:r>
            <a:r>
              <a:rPr lang="en-GB" dirty="0"/>
              <a:t> sit </a:t>
            </a:r>
            <a:r>
              <a:rPr lang="en-GB" dirty="0" err="1"/>
              <a:t>amet</a:t>
            </a:r>
            <a:r>
              <a:rPr lang="en-GB" dirty="0"/>
              <a:t>, cons </a:t>
            </a:r>
            <a:r>
              <a:rPr lang="en-GB" dirty="0" err="1"/>
              <a:t>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 Ut </a:t>
            </a:r>
            <a:r>
              <a:rPr lang="en-GB" dirty="0" err="1"/>
              <a:t>wisi</a:t>
            </a:r>
            <a:r>
              <a:rPr lang="en-GB" dirty="0"/>
              <a:t> </a:t>
            </a:r>
            <a:r>
              <a:rPr lang="en-GB" dirty="0" err="1"/>
              <a:t>enim</a:t>
            </a:r>
            <a:r>
              <a:rPr lang="en-GB" dirty="0"/>
              <a:t> ad minim </a:t>
            </a:r>
            <a:r>
              <a:rPr lang="en-GB" dirty="0" err="1"/>
              <a:t>veniam</a:t>
            </a:r>
            <a:r>
              <a:rPr lang="en-GB" dirty="0"/>
              <a:t>, </a:t>
            </a:r>
            <a:r>
              <a:rPr lang="en-GB" dirty="0" err="1"/>
              <a:t>quis</a:t>
            </a:r>
            <a:r>
              <a:rPr lang="en-GB" dirty="0"/>
              <a:t> </a:t>
            </a:r>
            <a:r>
              <a:rPr lang="en-GB" dirty="0" err="1"/>
              <a:t>nostrud</a:t>
            </a:r>
            <a:r>
              <a:rPr lang="en-GB" dirty="0"/>
              <a:t> </a:t>
            </a:r>
            <a:r>
              <a:rPr lang="en-GB" dirty="0" err="1"/>
              <a:t>exerci</a:t>
            </a:r>
            <a:r>
              <a:rPr lang="en-GB" dirty="0"/>
              <a:t> </a:t>
            </a:r>
            <a:r>
              <a:rPr lang="en-GB" dirty="0" err="1"/>
              <a:t>tation</a:t>
            </a:r>
            <a:r>
              <a:rPr lang="en-GB" dirty="0"/>
              <a:t> </a:t>
            </a:r>
            <a:r>
              <a:rPr lang="en-GB" dirty="0" err="1"/>
              <a:t>ullamcorper</a:t>
            </a:r>
            <a:r>
              <a:rPr lang="en-GB" dirty="0"/>
              <a:t> </a:t>
            </a:r>
            <a:r>
              <a:rPr lang="en-GB" dirty="0" err="1"/>
              <a:t>suscipit</a:t>
            </a:r>
            <a:r>
              <a:rPr lang="en-GB" dirty="0"/>
              <a:t> </a:t>
            </a:r>
            <a:r>
              <a:rPr lang="en-GB" dirty="0" err="1"/>
              <a:t>lobortis</a:t>
            </a:r>
            <a:r>
              <a:rPr lang="en-GB" dirty="0"/>
              <a:t> </a:t>
            </a:r>
            <a:r>
              <a:rPr lang="en-GB" dirty="0" err="1"/>
              <a:t>nisl</a:t>
            </a:r>
            <a:r>
              <a:rPr lang="en-GB" dirty="0"/>
              <a:t>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a:t>
            </a:r>
            <a:r>
              <a:rPr lang="en-GB" dirty="0"/>
              <a:t>.</a:t>
            </a:r>
          </a:p>
          <a:p>
            <a:pPr marL="0" lvl="0" indent="0">
              <a:lnSpc>
                <a:spcPct val="100000"/>
              </a:lnSpc>
              <a:buFontTx/>
              <a:buNone/>
              <a:tabLst/>
            </a:pP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 </a:t>
            </a:r>
          </a:p>
          <a:p>
            <a:pPr marL="0" lvl="0" indent="0">
              <a:lnSpc>
                <a:spcPct val="100000"/>
              </a:lnSpc>
              <a:buFontTx/>
              <a:buNone/>
              <a:tabLst/>
            </a:pPr>
            <a:r>
              <a:rPr lang="en-GB" dirty="0"/>
              <a:t>Ut </a:t>
            </a:r>
            <a:r>
              <a:rPr lang="en-GB" dirty="0" err="1"/>
              <a:t>wisi</a:t>
            </a:r>
            <a:r>
              <a:rPr lang="en-GB" dirty="0"/>
              <a:t> </a:t>
            </a:r>
            <a:r>
              <a:rPr lang="en-GB" dirty="0" err="1"/>
              <a:t>enim</a:t>
            </a:r>
            <a:r>
              <a:rPr lang="en-GB" dirty="0"/>
              <a:t> ad minim </a:t>
            </a:r>
            <a:r>
              <a:rPr lang="en-GB" dirty="0" err="1"/>
              <a:t>veniam</a:t>
            </a:r>
            <a:r>
              <a:rPr lang="en-GB" dirty="0"/>
              <a:t>, </a:t>
            </a:r>
            <a:r>
              <a:rPr lang="en-GB" dirty="0" err="1"/>
              <a:t>quis</a:t>
            </a:r>
            <a:r>
              <a:rPr lang="en-GB" dirty="0"/>
              <a:t> </a:t>
            </a:r>
            <a:r>
              <a:rPr lang="en-GB" dirty="0" err="1"/>
              <a:t>nostrud</a:t>
            </a:r>
            <a:r>
              <a:rPr lang="en-GB" dirty="0"/>
              <a:t> </a:t>
            </a:r>
            <a:r>
              <a:rPr lang="en-GB" dirty="0" err="1"/>
              <a:t>exerci</a:t>
            </a:r>
            <a:r>
              <a:rPr lang="en-GB" dirty="0"/>
              <a:t> </a:t>
            </a:r>
            <a:r>
              <a:rPr lang="en-GB" dirty="0" err="1"/>
              <a:t>tation</a:t>
            </a:r>
            <a:r>
              <a:rPr lang="en-GB" dirty="0"/>
              <a:t> </a:t>
            </a:r>
            <a:r>
              <a:rPr lang="en-GB" dirty="0" err="1"/>
              <a:t>ullamcorper</a:t>
            </a:r>
            <a:r>
              <a:rPr lang="en-GB" dirty="0"/>
              <a:t> </a:t>
            </a:r>
            <a:r>
              <a:rPr lang="en-GB" dirty="0" err="1"/>
              <a:t>suscipit</a:t>
            </a:r>
            <a:r>
              <a:rPr lang="en-GB" dirty="0"/>
              <a:t> </a:t>
            </a:r>
            <a:r>
              <a:rPr lang="en-GB" dirty="0" err="1"/>
              <a:t>lobortis</a:t>
            </a:r>
            <a:r>
              <a:rPr lang="en-GB" dirty="0"/>
              <a:t> </a:t>
            </a:r>
            <a:r>
              <a:rPr lang="en-GB" dirty="0" err="1"/>
              <a:t>nisl</a:t>
            </a:r>
            <a:r>
              <a:rPr lang="en-GB" dirty="0"/>
              <a:t>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a:t>
            </a:r>
            <a:r>
              <a:rPr lang="en-GB" dirty="0"/>
              <a:t>. Duis autem </a:t>
            </a:r>
            <a:r>
              <a:rPr lang="en-GB" dirty="0" err="1"/>
              <a:t>vel</a:t>
            </a:r>
            <a:r>
              <a:rPr lang="en-GB" dirty="0"/>
              <a:t> </a:t>
            </a:r>
            <a:r>
              <a:rPr lang="en-GB" dirty="0" err="1"/>
              <a:t>eum</a:t>
            </a:r>
            <a:r>
              <a:rPr lang="en-GB" dirty="0"/>
              <a:t> </a:t>
            </a:r>
            <a:r>
              <a:rPr lang="en-GB" dirty="0" err="1"/>
              <a:t>iriure</a:t>
            </a:r>
            <a:r>
              <a:rPr lang="en-GB" dirty="0"/>
              <a:t> </a:t>
            </a:r>
            <a:r>
              <a:rPr lang="en-GB" dirty="0" err="1"/>
              <a:t>dolor</a:t>
            </a:r>
            <a:r>
              <a:rPr lang="en-GB" dirty="0"/>
              <a:t> in </a:t>
            </a:r>
            <a:r>
              <a:rPr lang="en-GB" dirty="0" err="1"/>
              <a:t>hendrerit</a:t>
            </a:r>
            <a:r>
              <a:rPr lang="en-GB" dirty="0"/>
              <a:t> in </a:t>
            </a:r>
            <a:r>
              <a:rPr lang="en-GB" dirty="0" err="1"/>
              <a:t>vulputate</a:t>
            </a:r>
            <a:r>
              <a:rPr lang="en-GB" dirty="0"/>
              <a:t> </a:t>
            </a:r>
            <a:r>
              <a:rPr lang="en-GB" dirty="0" err="1"/>
              <a:t>velit</a:t>
            </a:r>
            <a:r>
              <a:rPr lang="en-GB" dirty="0"/>
              <a:t> </a:t>
            </a:r>
            <a:r>
              <a:rPr lang="en-GB" dirty="0" err="1"/>
              <a:t>esse</a:t>
            </a:r>
            <a:r>
              <a:rPr lang="en-GB" dirty="0"/>
              <a:t> </a:t>
            </a:r>
            <a:r>
              <a:rPr lang="en-GB" dirty="0" err="1"/>
              <a:t>molestie</a:t>
            </a:r>
            <a:r>
              <a:rPr lang="en-GB" dirty="0"/>
              <a:t> </a:t>
            </a:r>
            <a:r>
              <a:rPr lang="en-GB" dirty="0" err="1"/>
              <a:t>consequat</a:t>
            </a:r>
            <a:r>
              <a:rPr lang="en-GB" dirty="0"/>
              <a:t>, </a:t>
            </a:r>
            <a:r>
              <a:rPr lang="en-GB" dirty="0" err="1"/>
              <a:t>vel</a:t>
            </a:r>
            <a:r>
              <a:rPr lang="en-GB" dirty="0"/>
              <a:t> illum dolore </a:t>
            </a:r>
            <a:r>
              <a:rPr lang="en-GB" dirty="0" err="1"/>
              <a:t>eu</a:t>
            </a:r>
            <a:r>
              <a:rPr lang="en-GB" dirty="0"/>
              <a:t> </a:t>
            </a:r>
            <a:r>
              <a:rPr lang="en-GB" dirty="0" err="1"/>
              <a:t>feugiat</a:t>
            </a:r>
            <a:r>
              <a:rPr lang="en-GB" dirty="0"/>
              <a:t> </a:t>
            </a:r>
            <a:r>
              <a:rPr lang="en-GB" dirty="0" err="1"/>
              <a:t>nulla</a:t>
            </a:r>
            <a:r>
              <a:rPr lang="en-GB" dirty="0"/>
              <a:t> </a:t>
            </a:r>
            <a:r>
              <a:rPr lang="en-GB" dirty="0" err="1"/>
              <a:t>facilisis</a:t>
            </a:r>
            <a:r>
              <a:rPr lang="en-GB" dirty="0"/>
              <a:t> at </a:t>
            </a:r>
            <a:r>
              <a:rPr lang="en-GB" dirty="0" err="1"/>
              <a:t>vero</a:t>
            </a:r>
            <a:r>
              <a:rPr lang="en-GB" dirty="0"/>
              <a:t> eros et </a:t>
            </a:r>
            <a:r>
              <a:rPr lang="en-GB" dirty="0" err="1"/>
              <a:t>accumsan</a:t>
            </a:r>
            <a:r>
              <a:rPr lang="en-GB" dirty="0"/>
              <a:t> et </a:t>
            </a:r>
            <a:r>
              <a:rPr lang="en-GB" dirty="0" err="1"/>
              <a:t>iusto</a:t>
            </a:r>
            <a:r>
              <a:rPr lang="en-GB" dirty="0"/>
              <a:t> </a:t>
            </a:r>
            <a:r>
              <a:rPr lang="en-GB" dirty="0" err="1"/>
              <a:t>odio</a:t>
            </a:r>
            <a:r>
              <a:rPr lang="en-GB" dirty="0"/>
              <a:t> </a:t>
            </a:r>
            <a:r>
              <a:rPr lang="en-GB" dirty="0" err="1"/>
              <a:t>dignissim</a:t>
            </a:r>
            <a:r>
              <a:rPr lang="en-GB" dirty="0"/>
              <a:t> qui </a:t>
            </a:r>
            <a:r>
              <a:rPr lang="en-GB" dirty="0" err="1"/>
              <a:t>blandit</a:t>
            </a:r>
            <a:r>
              <a:rPr lang="en-GB" dirty="0"/>
              <a:t> </a:t>
            </a:r>
            <a:r>
              <a:rPr lang="en-GB" dirty="0" err="1"/>
              <a:t>praesent</a:t>
            </a:r>
            <a:r>
              <a:rPr lang="en-GB" dirty="0"/>
              <a:t> </a:t>
            </a:r>
            <a:r>
              <a:rPr lang="en-GB" dirty="0" err="1"/>
              <a:t>luptatum</a:t>
            </a:r>
            <a:r>
              <a:rPr lang="en-GB" dirty="0"/>
              <a:t> </a:t>
            </a:r>
            <a:r>
              <a:rPr lang="en-GB" dirty="0" err="1"/>
              <a:t>zzril</a:t>
            </a:r>
            <a:r>
              <a:rPr lang="en-GB" dirty="0"/>
              <a:t> </a:t>
            </a:r>
            <a:r>
              <a:rPr lang="en-GB" dirty="0" err="1"/>
              <a:t>delenit</a:t>
            </a:r>
            <a:r>
              <a:rPr lang="en-GB" dirty="0"/>
              <a:t> </a:t>
            </a:r>
            <a:r>
              <a:rPr lang="en-GB" dirty="0" err="1"/>
              <a:t>augue</a:t>
            </a:r>
            <a:r>
              <a:rPr lang="en-GB" dirty="0"/>
              <a:t> </a:t>
            </a:r>
            <a:r>
              <a:rPr lang="en-GB" dirty="0" err="1"/>
              <a:t>duis</a:t>
            </a:r>
            <a:r>
              <a:rPr lang="en-GB" dirty="0"/>
              <a:t> dolore </a:t>
            </a:r>
            <a:r>
              <a:rPr lang="en-GB" dirty="0" err="1"/>
              <a:t>te</a:t>
            </a:r>
            <a:r>
              <a:rPr lang="en-GB" dirty="0"/>
              <a:t> </a:t>
            </a:r>
            <a:r>
              <a:rPr lang="en-GB" dirty="0" err="1"/>
              <a:t>feugait</a:t>
            </a:r>
            <a:r>
              <a:rPr lang="en-GB" dirty="0"/>
              <a:t> </a:t>
            </a:r>
            <a:r>
              <a:rPr lang="en-GB" dirty="0" err="1"/>
              <a:t>nulla</a:t>
            </a:r>
            <a:r>
              <a:rPr lang="en-GB" dirty="0"/>
              <a:t> </a:t>
            </a:r>
            <a:r>
              <a:rPr lang="en-GB" dirty="0" err="1"/>
              <a:t>facilisi</a:t>
            </a:r>
            <a:endParaRPr lang="en-GB" dirty="0"/>
          </a:p>
        </p:txBody>
      </p:sp>
    </p:spTree>
    <p:extLst>
      <p:ext uri="{BB962C8B-B14F-4D97-AF65-F5344CB8AC3E}">
        <p14:creationId xmlns:p14="http://schemas.microsoft.com/office/powerpoint/2010/main" val="2236288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Section Header">
    <p:spTree>
      <p:nvGrpSpPr>
        <p:cNvPr id="1" name=""/>
        <p:cNvGrpSpPr/>
        <p:nvPr/>
      </p:nvGrpSpPr>
      <p:grpSpPr>
        <a:xfrm>
          <a:off x="0" y="0"/>
          <a:ext cx="0" cy="0"/>
          <a:chOff x="0" y="0"/>
          <a:chExt cx="0" cy="0"/>
        </a:xfrm>
      </p:grpSpPr>
      <p:sp>
        <p:nvSpPr>
          <p:cNvPr id="8" name="Text Placeholder 15">
            <a:extLst>
              <a:ext uri="{FF2B5EF4-FFF2-40B4-BE49-F238E27FC236}">
                <a16:creationId xmlns:a16="http://schemas.microsoft.com/office/drawing/2014/main" id="{A3206720-45E7-413E-9B47-02433AD3BBA7}"/>
              </a:ext>
            </a:extLst>
          </p:cNvPr>
          <p:cNvSpPr>
            <a:spLocks noGrp="1"/>
          </p:cNvSpPr>
          <p:nvPr>
            <p:ph type="body" sz="quarter" idx="11" hasCustomPrompt="1"/>
          </p:nvPr>
        </p:nvSpPr>
        <p:spPr>
          <a:xfrm>
            <a:off x="817705" y="512782"/>
            <a:ext cx="10556590" cy="633112"/>
          </a:xfrm>
          <a:prstGeom prst="rect">
            <a:avLst/>
          </a:prstGeom>
        </p:spPr>
        <p:txBody>
          <a:bodyPr>
            <a:normAutofit/>
          </a:bodyPr>
          <a:lstStyle>
            <a:lvl1pPr marL="0" indent="0">
              <a:lnSpc>
                <a:spcPct val="100000"/>
              </a:lnSpc>
              <a:buFontTx/>
              <a:buNone/>
              <a:defRPr sz="3200" b="0" i="0" baseline="0">
                <a:solidFill>
                  <a:srgbClr val="4D4D4F"/>
                </a:solidFill>
                <a:latin typeface="Arial" panose="020B0604020202020204" pitchFamily="34" charset="0"/>
                <a:cs typeface="Arial" panose="020B0604020202020204" pitchFamily="34" charset="0"/>
              </a:defRPr>
            </a:lvl1pPr>
          </a:lstStyle>
          <a:p>
            <a:pPr lvl="0"/>
            <a:r>
              <a:rPr lang="en-GB" dirty="0"/>
              <a:t>Text slide</a:t>
            </a:r>
          </a:p>
        </p:txBody>
      </p:sp>
    </p:spTree>
    <p:extLst>
      <p:ext uri="{BB962C8B-B14F-4D97-AF65-F5344CB8AC3E}">
        <p14:creationId xmlns:p14="http://schemas.microsoft.com/office/powerpoint/2010/main" val="3579852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Section Head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92D9A88-E493-4E06-B95E-38AD08B9A210}"/>
              </a:ext>
            </a:extLst>
          </p:cNvPr>
          <p:cNvSpPr>
            <a:spLocks noGrp="1"/>
          </p:cNvSpPr>
          <p:nvPr>
            <p:ph type="pic" sz="quarter" idx="12"/>
          </p:nvPr>
        </p:nvSpPr>
        <p:spPr>
          <a:xfrm>
            <a:off x="0" y="0"/>
            <a:ext cx="6086897" cy="6858000"/>
          </a:xfrm>
          <a:prstGeom prst="rect">
            <a:avLst/>
          </a:prstGeom>
          <a:ln>
            <a:noFill/>
          </a:ln>
        </p:spPr>
        <p:txBody>
          <a:bodyPr/>
          <a:lstStyle>
            <a:lvl1pPr marL="0" indent="0">
              <a:buNone/>
              <a:defRPr sz="2000">
                <a:latin typeface="Arial" panose="020B0604020202020204" pitchFamily="34" charset="0"/>
                <a:cs typeface="Arial" panose="020B0604020202020204" pitchFamily="34" charset="0"/>
              </a:defRPr>
            </a:lvl1pPr>
          </a:lstStyle>
          <a:p>
            <a:r>
              <a:rPr lang="en-US"/>
              <a:t>Click icon to add picture</a:t>
            </a:r>
          </a:p>
        </p:txBody>
      </p:sp>
    </p:spTree>
    <p:extLst>
      <p:ext uri="{BB962C8B-B14F-4D97-AF65-F5344CB8AC3E}">
        <p14:creationId xmlns:p14="http://schemas.microsoft.com/office/powerpoint/2010/main" val="910212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Section Header">
    <p:spTree>
      <p:nvGrpSpPr>
        <p:cNvPr id="1" name=""/>
        <p:cNvGrpSpPr/>
        <p:nvPr/>
      </p:nvGrpSpPr>
      <p:grpSpPr>
        <a:xfrm>
          <a:off x="0" y="0"/>
          <a:ext cx="0" cy="0"/>
          <a:chOff x="0" y="0"/>
          <a:chExt cx="0" cy="0"/>
        </a:xfrm>
      </p:grpSpPr>
      <p:sp>
        <p:nvSpPr>
          <p:cNvPr id="8" name="Text Placeholder 15">
            <a:extLst>
              <a:ext uri="{FF2B5EF4-FFF2-40B4-BE49-F238E27FC236}">
                <a16:creationId xmlns:a16="http://schemas.microsoft.com/office/drawing/2014/main" id="{A3206720-45E7-413E-9B47-02433AD3BBA7}"/>
              </a:ext>
            </a:extLst>
          </p:cNvPr>
          <p:cNvSpPr>
            <a:spLocks noGrp="1"/>
          </p:cNvSpPr>
          <p:nvPr>
            <p:ph type="body" sz="quarter" idx="11" hasCustomPrompt="1"/>
          </p:nvPr>
        </p:nvSpPr>
        <p:spPr>
          <a:xfrm>
            <a:off x="817561" y="512782"/>
            <a:ext cx="10556590" cy="633112"/>
          </a:xfrm>
          <a:prstGeom prst="rect">
            <a:avLst/>
          </a:prstGeom>
        </p:spPr>
        <p:txBody>
          <a:bodyPr>
            <a:normAutofit/>
          </a:bodyPr>
          <a:lstStyle>
            <a:lvl1pPr marL="0" indent="0">
              <a:lnSpc>
                <a:spcPct val="100000"/>
              </a:lnSpc>
              <a:buFontTx/>
              <a:buNone/>
              <a:defRPr sz="3200" b="0" i="0" baseline="0">
                <a:solidFill>
                  <a:srgbClr val="4D4D4F"/>
                </a:solidFill>
                <a:latin typeface="Arial" panose="020B0604020202020204" pitchFamily="34" charset="0"/>
                <a:cs typeface="Arial" panose="020B0604020202020204" pitchFamily="34" charset="0"/>
              </a:defRPr>
            </a:lvl1pPr>
          </a:lstStyle>
          <a:p>
            <a:pPr lvl="0"/>
            <a:r>
              <a:rPr lang="en-GB" dirty="0"/>
              <a:t>Text slide</a:t>
            </a:r>
          </a:p>
        </p:txBody>
      </p:sp>
      <p:sp>
        <p:nvSpPr>
          <p:cNvPr id="3" name="Picture Placeholder 2">
            <a:extLst>
              <a:ext uri="{FF2B5EF4-FFF2-40B4-BE49-F238E27FC236}">
                <a16:creationId xmlns:a16="http://schemas.microsoft.com/office/drawing/2014/main" id="{E207F979-8109-4E3E-B4FE-911F51303EA7}"/>
              </a:ext>
            </a:extLst>
          </p:cNvPr>
          <p:cNvSpPr>
            <a:spLocks noGrp="1"/>
          </p:cNvSpPr>
          <p:nvPr>
            <p:ph type="pic" sz="quarter" idx="12"/>
          </p:nvPr>
        </p:nvSpPr>
        <p:spPr>
          <a:xfrm>
            <a:off x="0" y="727312"/>
            <a:ext cx="12212698" cy="6130688"/>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7155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7155 h 10000"/>
              <a:gd name="connsiteX0" fmla="*/ 0 w 10000"/>
              <a:gd name="connsiteY0" fmla="*/ 7588 h 10433"/>
              <a:gd name="connsiteX1" fmla="*/ 9954 w 10000"/>
              <a:gd name="connsiteY1" fmla="*/ 0 h 10433"/>
              <a:gd name="connsiteX2" fmla="*/ 10000 w 10000"/>
              <a:gd name="connsiteY2" fmla="*/ 10433 h 10433"/>
              <a:gd name="connsiteX3" fmla="*/ 0 w 10000"/>
              <a:gd name="connsiteY3" fmla="*/ 10433 h 10433"/>
              <a:gd name="connsiteX4" fmla="*/ 0 w 10000"/>
              <a:gd name="connsiteY4" fmla="*/ 7588 h 10433"/>
              <a:gd name="connsiteX0" fmla="*/ 0 w 10000"/>
              <a:gd name="connsiteY0" fmla="*/ 7588 h 10433"/>
              <a:gd name="connsiteX1" fmla="*/ 9988 w 10000"/>
              <a:gd name="connsiteY1" fmla="*/ 0 h 10433"/>
              <a:gd name="connsiteX2" fmla="*/ 10000 w 10000"/>
              <a:gd name="connsiteY2" fmla="*/ 10433 h 10433"/>
              <a:gd name="connsiteX3" fmla="*/ 0 w 10000"/>
              <a:gd name="connsiteY3" fmla="*/ 10433 h 10433"/>
              <a:gd name="connsiteX4" fmla="*/ 0 w 10000"/>
              <a:gd name="connsiteY4" fmla="*/ 7588 h 10433"/>
              <a:gd name="connsiteX0" fmla="*/ 0 w 10014"/>
              <a:gd name="connsiteY0" fmla="*/ 7756 h 10601"/>
              <a:gd name="connsiteX1" fmla="*/ 10011 w 10014"/>
              <a:gd name="connsiteY1" fmla="*/ 0 h 10601"/>
              <a:gd name="connsiteX2" fmla="*/ 10000 w 10014"/>
              <a:gd name="connsiteY2" fmla="*/ 10601 h 10601"/>
              <a:gd name="connsiteX3" fmla="*/ 0 w 10014"/>
              <a:gd name="connsiteY3" fmla="*/ 10601 h 10601"/>
              <a:gd name="connsiteX4" fmla="*/ 0 w 10014"/>
              <a:gd name="connsiteY4" fmla="*/ 7756 h 10601"/>
              <a:gd name="connsiteX0" fmla="*/ 0 w 10023"/>
              <a:gd name="connsiteY0" fmla="*/ 7756 h 10601"/>
              <a:gd name="connsiteX1" fmla="*/ 10011 w 10023"/>
              <a:gd name="connsiteY1" fmla="*/ 0 h 10601"/>
              <a:gd name="connsiteX2" fmla="*/ 10023 w 10023"/>
              <a:gd name="connsiteY2" fmla="*/ 10568 h 10601"/>
              <a:gd name="connsiteX3" fmla="*/ 0 w 10023"/>
              <a:gd name="connsiteY3" fmla="*/ 10601 h 10601"/>
              <a:gd name="connsiteX4" fmla="*/ 0 w 10023"/>
              <a:gd name="connsiteY4" fmla="*/ 7756 h 10601"/>
              <a:gd name="connsiteX0" fmla="*/ 0 w 10031"/>
              <a:gd name="connsiteY0" fmla="*/ 7756 h 10601"/>
              <a:gd name="connsiteX1" fmla="*/ 10011 w 10031"/>
              <a:gd name="connsiteY1" fmla="*/ 0 h 10601"/>
              <a:gd name="connsiteX2" fmla="*/ 10031 w 10031"/>
              <a:gd name="connsiteY2" fmla="*/ 10601 h 10601"/>
              <a:gd name="connsiteX3" fmla="*/ 0 w 10031"/>
              <a:gd name="connsiteY3" fmla="*/ 10601 h 10601"/>
              <a:gd name="connsiteX4" fmla="*/ 0 w 10031"/>
              <a:gd name="connsiteY4" fmla="*/ 7756 h 10601"/>
              <a:gd name="connsiteX0" fmla="*/ 0 w 10031"/>
              <a:gd name="connsiteY0" fmla="*/ 7756 h 10601"/>
              <a:gd name="connsiteX1" fmla="*/ 10019 w 10031"/>
              <a:gd name="connsiteY1" fmla="*/ 0 h 10601"/>
              <a:gd name="connsiteX2" fmla="*/ 10031 w 10031"/>
              <a:gd name="connsiteY2" fmla="*/ 10601 h 10601"/>
              <a:gd name="connsiteX3" fmla="*/ 0 w 10031"/>
              <a:gd name="connsiteY3" fmla="*/ 10601 h 10601"/>
              <a:gd name="connsiteX4" fmla="*/ 0 w 10031"/>
              <a:gd name="connsiteY4" fmla="*/ 7756 h 10601"/>
              <a:gd name="connsiteX0" fmla="*/ 0 w 10031"/>
              <a:gd name="connsiteY0" fmla="*/ 7772 h 10617"/>
              <a:gd name="connsiteX1" fmla="*/ 10027 w 10031"/>
              <a:gd name="connsiteY1" fmla="*/ 0 h 10617"/>
              <a:gd name="connsiteX2" fmla="*/ 10031 w 10031"/>
              <a:gd name="connsiteY2" fmla="*/ 10617 h 10617"/>
              <a:gd name="connsiteX3" fmla="*/ 0 w 10031"/>
              <a:gd name="connsiteY3" fmla="*/ 10617 h 10617"/>
              <a:gd name="connsiteX4" fmla="*/ 0 w 10031"/>
              <a:gd name="connsiteY4" fmla="*/ 7772 h 10617"/>
              <a:gd name="connsiteX0" fmla="*/ 0 w 10031"/>
              <a:gd name="connsiteY0" fmla="*/ 8147 h 10617"/>
              <a:gd name="connsiteX1" fmla="*/ 10027 w 10031"/>
              <a:gd name="connsiteY1" fmla="*/ 0 h 10617"/>
              <a:gd name="connsiteX2" fmla="*/ 10031 w 10031"/>
              <a:gd name="connsiteY2" fmla="*/ 10617 h 10617"/>
              <a:gd name="connsiteX3" fmla="*/ 0 w 10031"/>
              <a:gd name="connsiteY3" fmla="*/ 10617 h 10617"/>
              <a:gd name="connsiteX4" fmla="*/ 0 w 10031"/>
              <a:gd name="connsiteY4" fmla="*/ 8147 h 10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1" h="10617">
                <a:moveTo>
                  <a:pt x="0" y="8147"/>
                </a:moveTo>
                <a:cubicBezTo>
                  <a:pt x="3342" y="5556"/>
                  <a:pt x="6685" y="2591"/>
                  <a:pt x="10027" y="0"/>
                </a:cubicBezTo>
                <a:cubicBezTo>
                  <a:pt x="10042" y="3478"/>
                  <a:pt x="10016" y="7139"/>
                  <a:pt x="10031" y="10617"/>
                </a:cubicBezTo>
                <a:lnTo>
                  <a:pt x="0" y="10617"/>
                </a:lnTo>
                <a:lnTo>
                  <a:pt x="0" y="8147"/>
                </a:lnTo>
                <a:close/>
              </a:path>
            </a:pathLst>
          </a:custGeom>
          <a:solidFill>
            <a:schemeClr val="tx2"/>
          </a:solidFill>
        </p:spPr>
        <p:txBody>
          <a:bodyPr anchor="ctr"/>
          <a:lstStyle>
            <a:lvl1pPr marL="0" indent="0" algn="ctr">
              <a:buNone/>
              <a:defRPr sz="20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0" name="Text Placeholder 3">
            <a:extLst>
              <a:ext uri="{FF2B5EF4-FFF2-40B4-BE49-F238E27FC236}">
                <a16:creationId xmlns:a16="http://schemas.microsoft.com/office/drawing/2014/main" id="{E6AC3463-E1ED-477E-ADAB-BD637A9BC481}"/>
              </a:ext>
            </a:extLst>
          </p:cNvPr>
          <p:cNvSpPr>
            <a:spLocks noGrp="1"/>
          </p:cNvSpPr>
          <p:nvPr>
            <p:ph type="body" sz="quarter" idx="13"/>
          </p:nvPr>
        </p:nvSpPr>
        <p:spPr>
          <a:xfrm>
            <a:off x="817705" y="1273175"/>
            <a:ext cx="5278295" cy="5072043"/>
          </a:xfrm>
          <a:prstGeom prst="rect">
            <a:avLst/>
          </a:prstGeom>
        </p:spPr>
        <p:txBody>
          <a:bodyPr/>
          <a:lstStyle>
            <a:lvl1pPr>
              <a:defRPr>
                <a:latin typeface="Arial" panose="020B0604020202020204" pitchFamily="34" charset="0"/>
                <a:cs typeface="Arial" panose="020B0604020202020204" pitchFamily="34" charset="0"/>
              </a:defRPr>
            </a:lvl1pPr>
          </a:lstStyle>
          <a:p>
            <a:pPr marL="0" lvl="0" indent="0">
              <a:lnSpc>
                <a:spcPct val="100000"/>
              </a:lnSpc>
              <a:buNone/>
            </a:pPr>
            <a:r>
              <a:rPr lang="en-US" sz="1400"/>
              <a:t>Click to edit Master text styles</a:t>
            </a:r>
          </a:p>
        </p:txBody>
      </p:sp>
    </p:spTree>
    <p:extLst>
      <p:ext uri="{BB962C8B-B14F-4D97-AF65-F5344CB8AC3E}">
        <p14:creationId xmlns:p14="http://schemas.microsoft.com/office/powerpoint/2010/main" val="375265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Section Header">
    <p:bg>
      <p:bgPr>
        <a:solidFill>
          <a:srgbClr val="E31837"/>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C9098D2C-FC6C-4F72-A38D-10A91286719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3429000"/>
            <a:ext cx="6095998" cy="2340626"/>
          </a:xfrm>
          <a:prstGeom prst="rect">
            <a:avLst/>
          </a:prstGeom>
        </p:spPr>
      </p:pic>
      <p:sp>
        <p:nvSpPr>
          <p:cNvPr id="13" name="Text Placeholder 15">
            <a:extLst>
              <a:ext uri="{FF2B5EF4-FFF2-40B4-BE49-F238E27FC236}">
                <a16:creationId xmlns:a16="http://schemas.microsoft.com/office/drawing/2014/main" id="{E332EFCF-41B9-4C04-974D-58962FD93EB4}"/>
              </a:ext>
            </a:extLst>
          </p:cNvPr>
          <p:cNvSpPr>
            <a:spLocks noGrp="1"/>
          </p:cNvSpPr>
          <p:nvPr>
            <p:ph type="body" sz="quarter" idx="11" hasCustomPrompt="1"/>
          </p:nvPr>
        </p:nvSpPr>
        <p:spPr>
          <a:xfrm>
            <a:off x="6095998" y="3112444"/>
            <a:ext cx="5278295" cy="633112"/>
          </a:xfrm>
          <a:prstGeom prst="rect">
            <a:avLst/>
          </a:prstGeom>
        </p:spPr>
        <p:txBody>
          <a:bodyPr>
            <a:normAutofit/>
          </a:bodyPr>
          <a:lstStyle>
            <a:lvl1pPr marL="0" indent="0">
              <a:lnSpc>
                <a:spcPct val="100000"/>
              </a:lnSpc>
              <a:buFontTx/>
              <a:buNone/>
              <a:defRPr sz="3200" b="0" i="0" baseline="0">
                <a:solidFill>
                  <a:schemeClr val="bg1"/>
                </a:solidFill>
                <a:latin typeface="Arial" panose="020B0604020202020204" pitchFamily="34" charset="0"/>
                <a:cs typeface="Arial" panose="020B0604020202020204" pitchFamily="34" charset="0"/>
              </a:defRPr>
            </a:lvl1pPr>
          </a:lstStyle>
          <a:p>
            <a:pPr lvl="0"/>
            <a:r>
              <a:rPr lang="en-GB" dirty="0"/>
              <a:t>Section Breaker</a:t>
            </a:r>
          </a:p>
        </p:txBody>
      </p:sp>
    </p:spTree>
    <p:extLst>
      <p:ext uri="{BB962C8B-B14F-4D97-AF65-F5344CB8AC3E}">
        <p14:creationId xmlns:p14="http://schemas.microsoft.com/office/powerpoint/2010/main" val="4135421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Section Header">
    <p:bg>
      <p:bgPr>
        <a:solidFill>
          <a:srgbClr val="E31837"/>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850F9CE6-0EBA-428F-A2B9-278CB5F3876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1" y="2803358"/>
            <a:ext cx="7725438" cy="2966268"/>
          </a:xfrm>
          <a:custGeom>
            <a:avLst/>
            <a:gdLst>
              <a:gd name="connsiteX0" fmla="*/ 5242135 w 7725438"/>
              <a:gd name="connsiteY0" fmla="*/ 108602 h 2966268"/>
              <a:gd name="connsiteX1" fmla="*/ 5242135 w 7725438"/>
              <a:gd name="connsiteY1" fmla="*/ 1142682 h 2966268"/>
              <a:gd name="connsiteX2" fmla="*/ 6949867 w 7725438"/>
              <a:gd name="connsiteY2" fmla="*/ 1142682 h 2966268"/>
              <a:gd name="connsiteX3" fmla="*/ 6949867 w 7725438"/>
              <a:gd name="connsiteY3" fmla="*/ 108602 h 2966268"/>
              <a:gd name="connsiteX4" fmla="*/ 0 w 7725438"/>
              <a:gd name="connsiteY4" fmla="*/ 0 h 2966268"/>
              <a:gd name="connsiteX5" fmla="*/ 7725438 w 7725438"/>
              <a:gd name="connsiteY5" fmla="*/ 0 h 2966268"/>
              <a:gd name="connsiteX6" fmla="*/ 7725438 w 7725438"/>
              <a:gd name="connsiteY6" fmla="*/ 2966268 h 2966268"/>
              <a:gd name="connsiteX7" fmla="*/ 0 w 7725438"/>
              <a:gd name="connsiteY7" fmla="*/ 2966268 h 2966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5438" h="2966268">
                <a:moveTo>
                  <a:pt x="5242135" y="108602"/>
                </a:moveTo>
                <a:lnTo>
                  <a:pt x="5242135" y="1142682"/>
                </a:lnTo>
                <a:lnTo>
                  <a:pt x="6949867" y="1142682"/>
                </a:lnTo>
                <a:lnTo>
                  <a:pt x="6949867" y="108602"/>
                </a:lnTo>
                <a:close/>
                <a:moveTo>
                  <a:pt x="0" y="0"/>
                </a:moveTo>
                <a:lnTo>
                  <a:pt x="7725438" y="0"/>
                </a:lnTo>
                <a:lnTo>
                  <a:pt x="7725438" y="2966268"/>
                </a:lnTo>
                <a:lnTo>
                  <a:pt x="0" y="2966268"/>
                </a:lnTo>
                <a:close/>
              </a:path>
            </a:pathLst>
          </a:custGeom>
        </p:spPr>
      </p:pic>
      <p:sp>
        <p:nvSpPr>
          <p:cNvPr id="3" name="Text Placeholder 2">
            <a:extLst>
              <a:ext uri="{FF2B5EF4-FFF2-40B4-BE49-F238E27FC236}">
                <a16:creationId xmlns:a16="http://schemas.microsoft.com/office/drawing/2014/main" id="{EFB50405-82C9-42F2-AAE0-4C2E21D98F8D}"/>
              </a:ext>
            </a:extLst>
          </p:cNvPr>
          <p:cNvSpPr>
            <a:spLocks noGrp="1"/>
          </p:cNvSpPr>
          <p:nvPr>
            <p:ph type="body" sz="quarter" idx="10" hasCustomPrompt="1"/>
          </p:nvPr>
        </p:nvSpPr>
        <p:spPr>
          <a:xfrm>
            <a:off x="5242134" y="2911960"/>
            <a:ext cx="1707732" cy="1034080"/>
          </a:xfrm>
          <a:prstGeom prst="rect">
            <a:avLst/>
          </a:prstGeom>
        </p:spPr>
        <p:txBody>
          <a:bodyPr anchor="ctr"/>
          <a:lstStyle>
            <a:lvl1pPr marL="0" indent="0" algn="ctr">
              <a:lnSpc>
                <a:spcPct val="100000"/>
              </a:lnSpc>
              <a:buNone/>
              <a:defRPr sz="3200">
                <a:solidFill>
                  <a:schemeClr val="bg1"/>
                </a:solidFill>
                <a:latin typeface="Arial" panose="020B0604020202020204" pitchFamily="34" charset="0"/>
                <a:cs typeface="Arial" panose="020B0604020202020204" pitchFamily="34" charset="0"/>
              </a:defRPr>
            </a:lvl1pPr>
            <a:lvl2pPr marL="457200" indent="0" algn="ctr">
              <a:buNone/>
              <a:defRPr sz="3200">
                <a:solidFill>
                  <a:schemeClr val="bg1"/>
                </a:solidFill>
                <a:latin typeface="+mn-lt"/>
              </a:defRPr>
            </a:lvl2pPr>
            <a:lvl3pPr marL="914400" indent="0" algn="ctr">
              <a:buNone/>
              <a:defRPr sz="3200">
                <a:solidFill>
                  <a:schemeClr val="bg1"/>
                </a:solidFill>
                <a:latin typeface="+mn-lt"/>
              </a:defRPr>
            </a:lvl3pPr>
            <a:lvl4pPr marL="1371600" indent="0" algn="ctr">
              <a:buNone/>
              <a:defRPr sz="3200">
                <a:solidFill>
                  <a:schemeClr val="bg1"/>
                </a:solidFill>
                <a:latin typeface="+mn-lt"/>
              </a:defRPr>
            </a:lvl4pPr>
            <a:lvl5pPr marL="1828800" indent="0" algn="ctr">
              <a:buNone/>
              <a:defRPr sz="3200">
                <a:solidFill>
                  <a:schemeClr val="bg1"/>
                </a:solidFill>
                <a:latin typeface="+mn-lt"/>
              </a:defRPr>
            </a:lvl5pPr>
          </a:lstStyle>
          <a:p>
            <a:pPr lvl="0"/>
            <a:r>
              <a:rPr lang="en-US" dirty="0"/>
              <a:t>Section Breaker</a:t>
            </a:r>
          </a:p>
        </p:txBody>
      </p:sp>
    </p:spTree>
    <p:extLst>
      <p:ext uri="{BB962C8B-B14F-4D97-AF65-F5344CB8AC3E}">
        <p14:creationId xmlns:p14="http://schemas.microsoft.com/office/powerpoint/2010/main" val="29361740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Section Header">
    <p:bg>
      <p:bgPr>
        <a:solidFill>
          <a:srgbClr val="E31837"/>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850F9CE6-0EBA-428F-A2B9-278CB5F3876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1" y="1784455"/>
            <a:ext cx="7725438" cy="2966268"/>
          </a:xfrm>
          <a:custGeom>
            <a:avLst/>
            <a:gdLst>
              <a:gd name="connsiteX0" fmla="*/ 5242135 w 7725438"/>
              <a:gd name="connsiteY0" fmla="*/ 108602 h 2966268"/>
              <a:gd name="connsiteX1" fmla="*/ 5242135 w 7725438"/>
              <a:gd name="connsiteY1" fmla="*/ 1142682 h 2966268"/>
              <a:gd name="connsiteX2" fmla="*/ 6949867 w 7725438"/>
              <a:gd name="connsiteY2" fmla="*/ 1142682 h 2966268"/>
              <a:gd name="connsiteX3" fmla="*/ 6949867 w 7725438"/>
              <a:gd name="connsiteY3" fmla="*/ 108602 h 2966268"/>
              <a:gd name="connsiteX4" fmla="*/ 0 w 7725438"/>
              <a:gd name="connsiteY4" fmla="*/ 0 h 2966268"/>
              <a:gd name="connsiteX5" fmla="*/ 7725438 w 7725438"/>
              <a:gd name="connsiteY5" fmla="*/ 0 h 2966268"/>
              <a:gd name="connsiteX6" fmla="*/ 7725438 w 7725438"/>
              <a:gd name="connsiteY6" fmla="*/ 2966268 h 2966268"/>
              <a:gd name="connsiteX7" fmla="*/ 0 w 7725438"/>
              <a:gd name="connsiteY7" fmla="*/ 2966268 h 2966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5438" h="2966268">
                <a:moveTo>
                  <a:pt x="5242135" y="108602"/>
                </a:moveTo>
                <a:lnTo>
                  <a:pt x="5242135" y="1142682"/>
                </a:lnTo>
                <a:lnTo>
                  <a:pt x="6949867" y="1142682"/>
                </a:lnTo>
                <a:lnTo>
                  <a:pt x="6949867" y="108602"/>
                </a:lnTo>
                <a:close/>
                <a:moveTo>
                  <a:pt x="0" y="0"/>
                </a:moveTo>
                <a:lnTo>
                  <a:pt x="7725438" y="0"/>
                </a:lnTo>
                <a:lnTo>
                  <a:pt x="7725438" y="2966268"/>
                </a:lnTo>
                <a:lnTo>
                  <a:pt x="0" y="2966268"/>
                </a:lnTo>
                <a:close/>
              </a:path>
            </a:pathLst>
          </a:custGeom>
        </p:spPr>
      </p:pic>
      <p:sp>
        <p:nvSpPr>
          <p:cNvPr id="3" name="Text Placeholder 2">
            <a:extLst>
              <a:ext uri="{FF2B5EF4-FFF2-40B4-BE49-F238E27FC236}">
                <a16:creationId xmlns:a16="http://schemas.microsoft.com/office/drawing/2014/main" id="{EFB50405-82C9-42F2-AAE0-4C2E21D98F8D}"/>
              </a:ext>
            </a:extLst>
          </p:cNvPr>
          <p:cNvSpPr>
            <a:spLocks noGrp="1"/>
          </p:cNvSpPr>
          <p:nvPr>
            <p:ph type="body" sz="quarter" idx="10" hasCustomPrompt="1"/>
          </p:nvPr>
        </p:nvSpPr>
        <p:spPr>
          <a:xfrm>
            <a:off x="5242134" y="1893057"/>
            <a:ext cx="1707732" cy="1034080"/>
          </a:xfrm>
          <a:prstGeom prst="rect">
            <a:avLst/>
          </a:prstGeom>
        </p:spPr>
        <p:txBody>
          <a:bodyPr anchor="ctr"/>
          <a:lstStyle>
            <a:lvl1pPr marL="0" indent="0" algn="ctr">
              <a:lnSpc>
                <a:spcPct val="100000"/>
              </a:lnSpc>
              <a:buNone/>
              <a:defRPr sz="3200">
                <a:solidFill>
                  <a:schemeClr val="bg1"/>
                </a:solidFill>
                <a:latin typeface="Arial" panose="020B0604020202020204" pitchFamily="34" charset="0"/>
                <a:cs typeface="Arial" panose="020B0604020202020204" pitchFamily="34" charset="0"/>
              </a:defRPr>
            </a:lvl1pPr>
            <a:lvl2pPr marL="457200" indent="0" algn="ctr">
              <a:buNone/>
              <a:defRPr sz="3200">
                <a:solidFill>
                  <a:schemeClr val="bg1"/>
                </a:solidFill>
                <a:latin typeface="+mn-lt"/>
              </a:defRPr>
            </a:lvl2pPr>
            <a:lvl3pPr marL="914400" indent="0" algn="ctr">
              <a:buNone/>
              <a:defRPr sz="3200">
                <a:solidFill>
                  <a:schemeClr val="bg1"/>
                </a:solidFill>
                <a:latin typeface="+mn-lt"/>
              </a:defRPr>
            </a:lvl3pPr>
            <a:lvl4pPr marL="1371600" indent="0" algn="ctr">
              <a:buNone/>
              <a:defRPr sz="3200">
                <a:solidFill>
                  <a:schemeClr val="bg1"/>
                </a:solidFill>
                <a:latin typeface="+mn-lt"/>
              </a:defRPr>
            </a:lvl4pPr>
            <a:lvl5pPr marL="1828800" indent="0" algn="ctr">
              <a:buNone/>
              <a:defRPr sz="3200">
                <a:solidFill>
                  <a:schemeClr val="bg1"/>
                </a:solidFill>
                <a:latin typeface="+mn-lt"/>
              </a:defRPr>
            </a:lvl5pPr>
          </a:lstStyle>
          <a:p>
            <a:pPr lvl="0"/>
            <a:r>
              <a:rPr lang="en-US" dirty="0"/>
              <a:t>Thank You</a:t>
            </a:r>
          </a:p>
        </p:txBody>
      </p:sp>
      <p:sp>
        <p:nvSpPr>
          <p:cNvPr id="4" name="TextBox 3">
            <a:extLst>
              <a:ext uri="{FF2B5EF4-FFF2-40B4-BE49-F238E27FC236}">
                <a16:creationId xmlns:a16="http://schemas.microsoft.com/office/drawing/2014/main" id="{CCCCA23C-4A2D-4F44-AC6A-66BCC19AB40E}"/>
              </a:ext>
            </a:extLst>
          </p:cNvPr>
          <p:cNvSpPr txBox="1">
            <a:spLocks noChangeArrowheads="1"/>
          </p:cNvSpPr>
          <p:nvPr userDrawn="1"/>
        </p:nvSpPr>
        <p:spPr bwMode="gray">
          <a:xfrm>
            <a:off x="1147142" y="4375694"/>
            <a:ext cx="9897717" cy="1769715"/>
          </a:xfrm>
          <a:prstGeom prst="rect">
            <a:avLst/>
          </a:prstGeom>
          <a:noFill/>
          <a:ln w="9525">
            <a:noFill/>
            <a:miter lim="800000"/>
            <a:headEnd/>
            <a:tailEnd/>
          </a:ln>
        </p:spPr>
        <p:txBody>
          <a:bodyPr wrap="square" lIns="0" tIns="0" rIns="0" bIns="0">
            <a:spAutoFit/>
          </a:bodyPr>
          <a:lstStyle/>
          <a:p>
            <a:pPr algn="ctr" fontAlgn="auto">
              <a:spcBef>
                <a:spcPts val="600"/>
              </a:spcBef>
              <a:spcAft>
                <a:spcPts val="0"/>
              </a:spcAft>
              <a:defRPr/>
            </a:pPr>
            <a:r>
              <a:rPr lang="en-US" sz="1000" b="1" dirty="0">
                <a:solidFill>
                  <a:schemeClr val="bg1"/>
                </a:solidFill>
                <a:latin typeface="Arial" pitchFamily="34" charset="0"/>
                <a:cs typeface="Arial" pitchFamily="34" charset="0"/>
              </a:rPr>
              <a:t>Disclaimer </a:t>
            </a:r>
          </a:p>
          <a:p>
            <a:pPr algn="ctr" fontAlgn="auto">
              <a:spcBef>
                <a:spcPts val="600"/>
              </a:spcBef>
              <a:spcAft>
                <a:spcPts val="0"/>
              </a:spcAft>
              <a:defRPr/>
            </a:pPr>
            <a:endParaRPr lang="en-US" sz="1000" b="1" dirty="0">
              <a:solidFill>
                <a:schemeClr val="bg1"/>
              </a:solidFill>
              <a:latin typeface="Arial" pitchFamily="34" charset="0"/>
              <a:cs typeface="Arial" pitchFamily="34" charset="0"/>
            </a:endParaRPr>
          </a:p>
          <a:p>
            <a:pPr algn="ctr"/>
            <a:r>
              <a:rPr lang="en-GB" sz="900" dirty="0">
                <a:solidFill>
                  <a:schemeClr val="bg1"/>
                </a:solidFill>
              </a:rPr>
              <a:t>The information is to be treated as Tech Mahindra Confidential Information. </a:t>
            </a:r>
            <a:r>
              <a:rPr lang="en-GB" sz="900" dirty="0" err="1">
                <a:solidFill>
                  <a:schemeClr val="bg1"/>
                </a:solidFill>
              </a:rPr>
              <a:t>TechM</a:t>
            </a:r>
            <a:r>
              <a:rPr lang="en-GB" sz="900" dirty="0">
                <a:solidFill>
                  <a:schemeClr val="bg1"/>
                </a:solidFill>
              </a:rPr>
              <a:t> provides a wide array of presentations and reports, with the contributions of various professionals. These presentations and reports may be for information purposes and private circulation only and do not constitute an offer to buy or sell any services mentioned therein. They do not purport to be a complete description of the market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a:t>
            </a:r>
            <a:r>
              <a:rPr lang="en-GB" sz="900" dirty="0" err="1">
                <a:solidFill>
                  <a:schemeClr val="bg1"/>
                </a:solidFill>
              </a:rPr>
              <a:t>TechM</a:t>
            </a:r>
            <a:r>
              <a:rPr lang="en-GB" sz="900" dirty="0">
                <a:solidFill>
                  <a:schemeClr val="bg1"/>
                </a:solidFill>
              </a:rPr>
              <a:t> or its subsidiaries. Any unauthorized use, disclosure or public dissemination of information contained herein is prohibited.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a:t>
            </a:r>
            <a:r>
              <a:rPr lang="en-GB" sz="900" dirty="0" err="1">
                <a:solidFill>
                  <a:schemeClr val="bg1"/>
                </a:solidFill>
              </a:rPr>
              <a:t>TechM</a:t>
            </a:r>
            <a:r>
              <a:rPr lang="en-GB" sz="900" dirty="0">
                <a:solidFill>
                  <a:schemeClr val="bg1"/>
                </a:solidFill>
              </a:rPr>
              <a:t>. Information contained in a presentation hosted or promoted by </a:t>
            </a:r>
            <a:r>
              <a:rPr lang="en-GB" sz="900" dirty="0" err="1">
                <a:solidFill>
                  <a:schemeClr val="bg1"/>
                </a:solidFill>
              </a:rPr>
              <a:t>TechM</a:t>
            </a:r>
            <a:r>
              <a:rPr lang="en-GB" sz="900" dirty="0">
                <a:solidFill>
                  <a:schemeClr val="bg1"/>
                </a:solidFill>
              </a:rPr>
              <a:t> is provided “as is” without warranty of any kind, either expressed or implied, including any warranty of merchantability or fitness for a particular purpose. </a:t>
            </a:r>
            <a:r>
              <a:rPr lang="en-GB" sz="900" dirty="0" err="1">
                <a:solidFill>
                  <a:schemeClr val="bg1"/>
                </a:solidFill>
              </a:rPr>
              <a:t>TechM</a:t>
            </a:r>
            <a:r>
              <a:rPr lang="en-GB" sz="900" dirty="0">
                <a:solidFill>
                  <a:schemeClr val="bg1"/>
                </a:solidFill>
              </a:rPr>
              <a:t> assumes no liability or responsibility for the contents of a presentation or the opinions expressed by the presenters. All expressions of opinion are subject to change without notice.</a:t>
            </a:r>
            <a:endParaRPr lang="en-US" sz="900" dirty="0">
              <a:solidFill>
                <a:schemeClr val="bg1"/>
              </a:solidFill>
            </a:endParaRPr>
          </a:p>
        </p:txBody>
      </p:sp>
    </p:spTree>
    <p:extLst>
      <p:ext uri="{BB962C8B-B14F-4D97-AF65-F5344CB8AC3E}">
        <p14:creationId xmlns:p14="http://schemas.microsoft.com/office/powerpoint/2010/main" val="24021256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593C55-0EC9-434E-B40B-D66FD4415D9E}"/>
              </a:ext>
            </a:extLst>
          </p:cNvPr>
          <p:cNvPicPr>
            <a:picLocks noChangeAspect="1"/>
          </p:cNvPicPr>
          <p:nvPr userDrawn="1"/>
        </p:nvPicPr>
        <p:blipFill>
          <a:blip r:embed="rId2"/>
          <a:stretch>
            <a:fillRect/>
          </a:stretch>
        </p:blipFill>
        <p:spPr>
          <a:xfrm>
            <a:off x="0" y="788232"/>
            <a:ext cx="817705" cy="392498"/>
          </a:xfrm>
          <a:prstGeom prst="rect">
            <a:avLst/>
          </a:prstGeom>
        </p:spPr>
      </p:pic>
      <p:sp>
        <p:nvSpPr>
          <p:cNvPr id="8" name="Text Placeholder 15">
            <a:extLst>
              <a:ext uri="{FF2B5EF4-FFF2-40B4-BE49-F238E27FC236}">
                <a16:creationId xmlns:a16="http://schemas.microsoft.com/office/drawing/2014/main" id="{A3206720-45E7-413E-9B47-02433AD3BBA7}"/>
              </a:ext>
            </a:extLst>
          </p:cNvPr>
          <p:cNvSpPr>
            <a:spLocks noGrp="1"/>
          </p:cNvSpPr>
          <p:nvPr>
            <p:ph type="body" sz="quarter" idx="11" hasCustomPrompt="1"/>
          </p:nvPr>
        </p:nvSpPr>
        <p:spPr>
          <a:xfrm>
            <a:off x="817705" y="512782"/>
            <a:ext cx="10556590" cy="633112"/>
          </a:xfrm>
          <a:prstGeom prst="rect">
            <a:avLst/>
          </a:prstGeom>
        </p:spPr>
        <p:txBody>
          <a:bodyPr>
            <a:normAutofit/>
          </a:bodyPr>
          <a:lstStyle>
            <a:lvl1pPr marL="0" indent="0">
              <a:lnSpc>
                <a:spcPct val="100000"/>
              </a:lnSpc>
              <a:buFontTx/>
              <a:buNone/>
              <a:defRPr sz="3200" b="0" i="0" baseline="0">
                <a:solidFill>
                  <a:srgbClr val="4D4D4F"/>
                </a:solidFill>
                <a:latin typeface="Arial" panose="020B0604020202020204" pitchFamily="34" charset="0"/>
                <a:cs typeface="Arial" panose="020B0604020202020204" pitchFamily="34" charset="0"/>
              </a:defRPr>
            </a:lvl1pPr>
          </a:lstStyle>
          <a:p>
            <a:pPr lvl="0"/>
            <a:r>
              <a:rPr lang="en-GB" dirty="0"/>
              <a:t>Text slide</a:t>
            </a:r>
          </a:p>
        </p:txBody>
      </p:sp>
      <p:sp>
        <p:nvSpPr>
          <p:cNvPr id="3" name="Picture Placeholder 2">
            <a:extLst>
              <a:ext uri="{FF2B5EF4-FFF2-40B4-BE49-F238E27FC236}">
                <a16:creationId xmlns:a16="http://schemas.microsoft.com/office/drawing/2014/main" id="{98E93AC1-35A6-4298-8126-73373BEBAB10}"/>
              </a:ext>
            </a:extLst>
          </p:cNvPr>
          <p:cNvSpPr>
            <a:spLocks noGrp="1"/>
          </p:cNvSpPr>
          <p:nvPr>
            <p:ph type="pic" sz="quarter" idx="12"/>
          </p:nvPr>
        </p:nvSpPr>
        <p:spPr>
          <a:xfrm>
            <a:off x="821519" y="1538287"/>
            <a:ext cx="3401231" cy="3260576"/>
          </a:xfrm>
          <a:custGeom>
            <a:avLst/>
            <a:gdLst>
              <a:gd name="connsiteX0" fmla="*/ 0 w 3413183"/>
              <a:gd name="connsiteY0" fmla="*/ 0 h 3315485"/>
              <a:gd name="connsiteX1" fmla="*/ 3413183 w 3413183"/>
              <a:gd name="connsiteY1" fmla="*/ 0 h 3315485"/>
              <a:gd name="connsiteX2" fmla="*/ 3413183 w 3413183"/>
              <a:gd name="connsiteY2" fmla="*/ 3315485 h 3315485"/>
              <a:gd name="connsiteX3" fmla="*/ 0 w 3413183"/>
              <a:gd name="connsiteY3" fmla="*/ 3315485 h 3315485"/>
              <a:gd name="connsiteX4" fmla="*/ 0 w 3413183"/>
              <a:gd name="connsiteY4" fmla="*/ 0 h 3315485"/>
              <a:gd name="connsiteX0" fmla="*/ 0 w 3413183"/>
              <a:gd name="connsiteY0" fmla="*/ 0 h 3315485"/>
              <a:gd name="connsiteX1" fmla="*/ 3413183 w 3413183"/>
              <a:gd name="connsiteY1" fmla="*/ 0 h 3315485"/>
              <a:gd name="connsiteX2" fmla="*/ 3413183 w 3413183"/>
              <a:gd name="connsiteY2" fmla="*/ 2029610 h 3315485"/>
              <a:gd name="connsiteX3" fmla="*/ 0 w 3413183"/>
              <a:gd name="connsiteY3" fmla="*/ 3315485 h 3315485"/>
              <a:gd name="connsiteX4" fmla="*/ 0 w 3413183"/>
              <a:gd name="connsiteY4" fmla="*/ 0 h 3315485"/>
              <a:gd name="connsiteX0" fmla="*/ 0 w 3413183"/>
              <a:gd name="connsiteY0" fmla="*/ 0 h 3296435"/>
              <a:gd name="connsiteX1" fmla="*/ 3413183 w 3413183"/>
              <a:gd name="connsiteY1" fmla="*/ 0 h 3296435"/>
              <a:gd name="connsiteX2" fmla="*/ 3413183 w 3413183"/>
              <a:gd name="connsiteY2" fmla="*/ 2029610 h 3296435"/>
              <a:gd name="connsiteX3" fmla="*/ 9525 w 3413183"/>
              <a:gd name="connsiteY3" fmla="*/ 3296435 h 3296435"/>
              <a:gd name="connsiteX4" fmla="*/ 0 w 3413183"/>
              <a:gd name="connsiteY4" fmla="*/ 0 h 3296435"/>
              <a:gd name="connsiteX0" fmla="*/ 0 w 3413183"/>
              <a:gd name="connsiteY0" fmla="*/ 0 h 3260576"/>
              <a:gd name="connsiteX1" fmla="*/ 3413183 w 3413183"/>
              <a:gd name="connsiteY1" fmla="*/ 0 h 3260576"/>
              <a:gd name="connsiteX2" fmla="*/ 3413183 w 3413183"/>
              <a:gd name="connsiteY2" fmla="*/ 2029610 h 3260576"/>
              <a:gd name="connsiteX3" fmla="*/ 21478 w 3413183"/>
              <a:gd name="connsiteY3" fmla="*/ 3260576 h 3260576"/>
              <a:gd name="connsiteX4" fmla="*/ 0 w 3413183"/>
              <a:gd name="connsiteY4" fmla="*/ 0 h 3260576"/>
              <a:gd name="connsiteX0" fmla="*/ 0 w 3401231"/>
              <a:gd name="connsiteY0" fmla="*/ 5977 h 3260576"/>
              <a:gd name="connsiteX1" fmla="*/ 3401231 w 3401231"/>
              <a:gd name="connsiteY1" fmla="*/ 0 h 3260576"/>
              <a:gd name="connsiteX2" fmla="*/ 3401231 w 3401231"/>
              <a:gd name="connsiteY2" fmla="*/ 2029610 h 3260576"/>
              <a:gd name="connsiteX3" fmla="*/ 9526 w 3401231"/>
              <a:gd name="connsiteY3" fmla="*/ 3260576 h 3260576"/>
              <a:gd name="connsiteX4" fmla="*/ 0 w 3401231"/>
              <a:gd name="connsiteY4" fmla="*/ 5977 h 326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1231" h="3260576">
                <a:moveTo>
                  <a:pt x="0" y="5977"/>
                </a:moveTo>
                <a:lnTo>
                  <a:pt x="3401231" y="0"/>
                </a:lnTo>
                <a:lnTo>
                  <a:pt x="3401231" y="2029610"/>
                </a:lnTo>
                <a:lnTo>
                  <a:pt x="9526" y="3260576"/>
                </a:lnTo>
                <a:cubicBezTo>
                  <a:pt x="6351" y="2175710"/>
                  <a:pt x="3175" y="1090843"/>
                  <a:pt x="0" y="5977"/>
                </a:cubicBezTo>
                <a:close/>
              </a:path>
            </a:pathLst>
          </a:custGeom>
        </p:spPr>
        <p:txBody>
          <a:bodyPr/>
          <a:lstStyle>
            <a:lvl1pPr marL="0" indent="0">
              <a:lnSpc>
                <a:spcPct val="100000"/>
              </a:lnSpc>
              <a:buNone/>
              <a:defRPr sz="20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31" name="Picture Placeholder 2">
            <a:extLst>
              <a:ext uri="{FF2B5EF4-FFF2-40B4-BE49-F238E27FC236}">
                <a16:creationId xmlns:a16="http://schemas.microsoft.com/office/drawing/2014/main" id="{ECC744DF-9BF1-4A92-9C57-FF6A248D686E}"/>
              </a:ext>
            </a:extLst>
          </p:cNvPr>
          <p:cNvSpPr>
            <a:spLocks noGrp="1"/>
          </p:cNvSpPr>
          <p:nvPr>
            <p:ph type="pic" sz="quarter" idx="13"/>
          </p:nvPr>
        </p:nvSpPr>
        <p:spPr>
          <a:xfrm>
            <a:off x="4409300" y="1538287"/>
            <a:ext cx="3401231" cy="3260576"/>
          </a:xfrm>
          <a:custGeom>
            <a:avLst/>
            <a:gdLst>
              <a:gd name="connsiteX0" fmla="*/ 0 w 3413183"/>
              <a:gd name="connsiteY0" fmla="*/ 0 h 3315485"/>
              <a:gd name="connsiteX1" fmla="*/ 3413183 w 3413183"/>
              <a:gd name="connsiteY1" fmla="*/ 0 h 3315485"/>
              <a:gd name="connsiteX2" fmla="*/ 3413183 w 3413183"/>
              <a:gd name="connsiteY2" fmla="*/ 3315485 h 3315485"/>
              <a:gd name="connsiteX3" fmla="*/ 0 w 3413183"/>
              <a:gd name="connsiteY3" fmla="*/ 3315485 h 3315485"/>
              <a:gd name="connsiteX4" fmla="*/ 0 w 3413183"/>
              <a:gd name="connsiteY4" fmla="*/ 0 h 3315485"/>
              <a:gd name="connsiteX0" fmla="*/ 0 w 3413183"/>
              <a:gd name="connsiteY0" fmla="*/ 0 h 3315485"/>
              <a:gd name="connsiteX1" fmla="*/ 3413183 w 3413183"/>
              <a:gd name="connsiteY1" fmla="*/ 0 h 3315485"/>
              <a:gd name="connsiteX2" fmla="*/ 3413183 w 3413183"/>
              <a:gd name="connsiteY2" fmla="*/ 2029610 h 3315485"/>
              <a:gd name="connsiteX3" fmla="*/ 0 w 3413183"/>
              <a:gd name="connsiteY3" fmla="*/ 3315485 h 3315485"/>
              <a:gd name="connsiteX4" fmla="*/ 0 w 3413183"/>
              <a:gd name="connsiteY4" fmla="*/ 0 h 3315485"/>
              <a:gd name="connsiteX0" fmla="*/ 0 w 3413183"/>
              <a:gd name="connsiteY0" fmla="*/ 0 h 3296435"/>
              <a:gd name="connsiteX1" fmla="*/ 3413183 w 3413183"/>
              <a:gd name="connsiteY1" fmla="*/ 0 h 3296435"/>
              <a:gd name="connsiteX2" fmla="*/ 3413183 w 3413183"/>
              <a:gd name="connsiteY2" fmla="*/ 2029610 h 3296435"/>
              <a:gd name="connsiteX3" fmla="*/ 9525 w 3413183"/>
              <a:gd name="connsiteY3" fmla="*/ 3296435 h 3296435"/>
              <a:gd name="connsiteX4" fmla="*/ 0 w 3413183"/>
              <a:gd name="connsiteY4" fmla="*/ 0 h 3296435"/>
              <a:gd name="connsiteX0" fmla="*/ 0 w 3413183"/>
              <a:gd name="connsiteY0" fmla="*/ 0 h 3260576"/>
              <a:gd name="connsiteX1" fmla="*/ 3413183 w 3413183"/>
              <a:gd name="connsiteY1" fmla="*/ 0 h 3260576"/>
              <a:gd name="connsiteX2" fmla="*/ 3413183 w 3413183"/>
              <a:gd name="connsiteY2" fmla="*/ 2029610 h 3260576"/>
              <a:gd name="connsiteX3" fmla="*/ 21478 w 3413183"/>
              <a:gd name="connsiteY3" fmla="*/ 3260576 h 3260576"/>
              <a:gd name="connsiteX4" fmla="*/ 0 w 3413183"/>
              <a:gd name="connsiteY4" fmla="*/ 0 h 3260576"/>
              <a:gd name="connsiteX0" fmla="*/ 0 w 3401231"/>
              <a:gd name="connsiteY0" fmla="*/ 5977 h 3260576"/>
              <a:gd name="connsiteX1" fmla="*/ 3401231 w 3401231"/>
              <a:gd name="connsiteY1" fmla="*/ 0 h 3260576"/>
              <a:gd name="connsiteX2" fmla="*/ 3401231 w 3401231"/>
              <a:gd name="connsiteY2" fmla="*/ 2029610 h 3260576"/>
              <a:gd name="connsiteX3" fmla="*/ 9526 w 3401231"/>
              <a:gd name="connsiteY3" fmla="*/ 3260576 h 3260576"/>
              <a:gd name="connsiteX4" fmla="*/ 0 w 3401231"/>
              <a:gd name="connsiteY4" fmla="*/ 5977 h 326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1231" h="3260576">
                <a:moveTo>
                  <a:pt x="0" y="5977"/>
                </a:moveTo>
                <a:lnTo>
                  <a:pt x="3401231" y="0"/>
                </a:lnTo>
                <a:lnTo>
                  <a:pt x="3401231" y="2029610"/>
                </a:lnTo>
                <a:lnTo>
                  <a:pt x="9526" y="3260576"/>
                </a:lnTo>
                <a:cubicBezTo>
                  <a:pt x="6351" y="2175710"/>
                  <a:pt x="3175" y="1090843"/>
                  <a:pt x="0" y="5977"/>
                </a:cubicBezTo>
                <a:close/>
              </a:path>
            </a:pathLst>
          </a:custGeom>
        </p:spPr>
        <p:txBody>
          <a:bodyPr/>
          <a:lstStyle>
            <a:lvl1pPr marL="0" indent="0">
              <a:lnSpc>
                <a:spcPct val="100000"/>
              </a:lnSpc>
              <a:buNone/>
              <a:defRPr sz="20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36" name="Picture Placeholder 2">
            <a:extLst>
              <a:ext uri="{FF2B5EF4-FFF2-40B4-BE49-F238E27FC236}">
                <a16:creationId xmlns:a16="http://schemas.microsoft.com/office/drawing/2014/main" id="{10850C48-B28C-40CB-8355-467A43E21365}"/>
              </a:ext>
            </a:extLst>
          </p:cNvPr>
          <p:cNvSpPr>
            <a:spLocks noGrp="1"/>
          </p:cNvSpPr>
          <p:nvPr>
            <p:ph type="pic" sz="quarter" idx="14"/>
          </p:nvPr>
        </p:nvSpPr>
        <p:spPr>
          <a:xfrm>
            <a:off x="7982087" y="1538287"/>
            <a:ext cx="3401231" cy="3260576"/>
          </a:xfrm>
          <a:custGeom>
            <a:avLst/>
            <a:gdLst>
              <a:gd name="connsiteX0" fmla="*/ 0 w 3413183"/>
              <a:gd name="connsiteY0" fmla="*/ 0 h 3315485"/>
              <a:gd name="connsiteX1" fmla="*/ 3413183 w 3413183"/>
              <a:gd name="connsiteY1" fmla="*/ 0 h 3315485"/>
              <a:gd name="connsiteX2" fmla="*/ 3413183 w 3413183"/>
              <a:gd name="connsiteY2" fmla="*/ 3315485 h 3315485"/>
              <a:gd name="connsiteX3" fmla="*/ 0 w 3413183"/>
              <a:gd name="connsiteY3" fmla="*/ 3315485 h 3315485"/>
              <a:gd name="connsiteX4" fmla="*/ 0 w 3413183"/>
              <a:gd name="connsiteY4" fmla="*/ 0 h 3315485"/>
              <a:gd name="connsiteX0" fmla="*/ 0 w 3413183"/>
              <a:gd name="connsiteY0" fmla="*/ 0 h 3315485"/>
              <a:gd name="connsiteX1" fmla="*/ 3413183 w 3413183"/>
              <a:gd name="connsiteY1" fmla="*/ 0 h 3315485"/>
              <a:gd name="connsiteX2" fmla="*/ 3413183 w 3413183"/>
              <a:gd name="connsiteY2" fmla="*/ 2029610 h 3315485"/>
              <a:gd name="connsiteX3" fmla="*/ 0 w 3413183"/>
              <a:gd name="connsiteY3" fmla="*/ 3315485 h 3315485"/>
              <a:gd name="connsiteX4" fmla="*/ 0 w 3413183"/>
              <a:gd name="connsiteY4" fmla="*/ 0 h 3315485"/>
              <a:gd name="connsiteX0" fmla="*/ 0 w 3413183"/>
              <a:gd name="connsiteY0" fmla="*/ 0 h 3296435"/>
              <a:gd name="connsiteX1" fmla="*/ 3413183 w 3413183"/>
              <a:gd name="connsiteY1" fmla="*/ 0 h 3296435"/>
              <a:gd name="connsiteX2" fmla="*/ 3413183 w 3413183"/>
              <a:gd name="connsiteY2" fmla="*/ 2029610 h 3296435"/>
              <a:gd name="connsiteX3" fmla="*/ 9525 w 3413183"/>
              <a:gd name="connsiteY3" fmla="*/ 3296435 h 3296435"/>
              <a:gd name="connsiteX4" fmla="*/ 0 w 3413183"/>
              <a:gd name="connsiteY4" fmla="*/ 0 h 3296435"/>
              <a:gd name="connsiteX0" fmla="*/ 0 w 3413183"/>
              <a:gd name="connsiteY0" fmla="*/ 0 h 3260576"/>
              <a:gd name="connsiteX1" fmla="*/ 3413183 w 3413183"/>
              <a:gd name="connsiteY1" fmla="*/ 0 h 3260576"/>
              <a:gd name="connsiteX2" fmla="*/ 3413183 w 3413183"/>
              <a:gd name="connsiteY2" fmla="*/ 2029610 h 3260576"/>
              <a:gd name="connsiteX3" fmla="*/ 21478 w 3413183"/>
              <a:gd name="connsiteY3" fmla="*/ 3260576 h 3260576"/>
              <a:gd name="connsiteX4" fmla="*/ 0 w 3413183"/>
              <a:gd name="connsiteY4" fmla="*/ 0 h 3260576"/>
              <a:gd name="connsiteX0" fmla="*/ 0 w 3401231"/>
              <a:gd name="connsiteY0" fmla="*/ 5977 h 3260576"/>
              <a:gd name="connsiteX1" fmla="*/ 3401231 w 3401231"/>
              <a:gd name="connsiteY1" fmla="*/ 0 h 3260576"/>
              <a:gd name="connsiteX2" fmla="*/ 3401231 w 3401231"/>
              <a:gd name="connsiteY2" fmla="*/ 2029610 h 3260576"/>
              <a:gd name="connsiteX3" fmla="*/ 9526 w 3401231"/>
              <a:gd name="connsiteY3" fmla="*/ 3260576 h 3260576"/>
              <a:gd name="connsiteX4" fmla="*/ 0 w 3401231"/>
              <a:gd name="connsiteY4" fmla="*/ 5977 h 326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1231" h="3260576">
                <a:moveTo>
                  <a:pt x="0" y="5977"/>
                </a:moveTo>
                <a:lnTo>
                  <a:pt x="3401231" y="0"/>
                </a:lnTo>
                <a:lnTo>
                  <a:pt x="3401231" y="2029610"/>
                </a:lnTo>
                <a:lnTo>
                  <a:pt x="9526" y="3260576"/>
                </a:lnTo>
                <a:cubicBezTo>
                  <a:pt x="6351" y="2175710"/>
                  <a:pt x="3175" y="1090843"/>
                  <a:pt x="0" y="5977"/>
                </a:cubicBezTo>
                <a:close/>
              </a:path>
            </a:pathLst>
          </a:custGeom>
        </p:spPr>
        <p:txBody>
          <a:bodyPr/>
          <a:lstStyle>
            <a:lvl1pPr marL="0" indent="0">
              <a:lnSpc>
                <a:spcPct val="100000"/>
              </a:lnSpc>
              <a:buNone/>
              <a:defRPr sz="20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38" name="Text Placeholder 37">
            <a:extLst>
              <a:ext uri="{FF2B5EF4-FFF2-40B4-BE49-F238E27FC236}">
                <a16:creationId xmlns:a16="http://schemas.microsoft.com/office/drawing/2014/main" id="{AA6275D7-0029-4401-8D3F-F510E9320581}"/>
              </a:ext>
            </a:extLst>
          </p:cNvPr>
          <p:cNvSpPr>
            <a:spLocks noGrp="1"/>
          </p:cNvSpPr>
          <p:nvPr>
            <p:ph type="body" sz="quarter" idx="15" hasCustomPrompt="1"/>
          </p:nvPr>
        </p:nvSpPr>
        <p:spPr>
          <a:xfrm>
            <a:off x="1279672" y="4618533"/>
            <a:ext cx="2490787" cy="357187"/>
          </a:xfrm>
          <a:prstGeom prst="rect">
            <a:avLst/>
          </a:prstGeom>
        </p:spPr>
        <p:txBody>
          <a:bodyPr/>
          <a:lstStyle>
            <a:lvl1pPr marL="0" indent="0" algn="ctr">
              <a:buNone/>
              <a:defRPr sz="1600">
                <a:solidFill>
                  <a:schemeClr val="bg1"/>
                </a:solidFill>
                <a:latin typeface="Arial" panose="020B0604020202020204" pitchFamily="34" charset="0"/>
                <a:cs typeface="Arial" panose="020B0604020202020204" pitchFamily="34" charset="0"/>
              </a:defRPr>
            </a:lvl1pPr>
            <a:lvl2pPr marL="457200" indent="0" algn="ctr">
              <a:buNone/>
              <a:defRPr sz="1800">
                <a:solidFill>
                  <a:schemeClr val="bg1"/>
                </a:solidFill>
              </a:defRPr>
            </a:lvl2pPr>
            <a:lvl3pPr marL="914400" indent="0" algn="ctr">
              <a:buNone/>
              <a:defRPr sz="1800">
                <a:solidFill>
                  <a:schemeClr val="bg1"/>
                </a:solidFill>
              </a:defRPr>
            </a:lvl3pPr>
            <a:lvl4pPr marL="1371600" indent="0" algn="ctr">
              <a:buNone/>
              <a:defRPr sz="1800">
                <a:solidFill>
                  <a:schemeClr val="bg1"/>
                </a:solidFill>
              </a:defRPr>
            </a:lvl4pPr>
            <a:lvl5pPr marL="1828800" indent="0" algn="ctr">
              <a:buNone/>
              <a:defRPr sz="1800">
                <a:solidFill>
                  <a:schemeClr val="bg1"/>
                </a:solidFill>
              </a:defRPr>
            </a:lvl5pPr>
          </a:lstStyle>
          <a:p>
            <a:pPr lvl="0"/>
            <a:r>
              <a:rPr lang="en-US" dirty="0"/>
              <a:t>Click to add heading</a:t>
            </a:r>
          </a:p>
        </p:txBody>
      </p:sp>
      <p:sp>
        <p:nvSpPr>
          <p:cNvPr id="39" name="Text Placeholder 37">
            <a:extLst>
              <a:ext uri="{FF2B5EF4-FFF2-40B4-BE49-F238E27FC236}">
                <a16:creationId xmlns:a16="http://schemas.microsoft.com/office/drawing/2014/main" id="{0C7AE2FB-EC5E-4FB2-AD64-A0DCF17520F3}"/>
              </a:ext>
            </a:extLst>
          </p:cNvPr>
          <p:cNvSpPr>
            <a:spLocks noGrp="1"/>
          </p:cNvSpPr>
          <p:nvPr>
            <p:ph type="body" sz="quarter" idx="16" hasCustomPrompt="1"/>
          </p:nvPr>
        </p:nvSpPr>
        <p:spPr>
          <a:xfrm>
            <a:off x="1009686" y="5062038"/>
            <a:ext cx="3030758" cy="680033"/>
          </a:xfrm>
          <a:prstGeom prst="rect">
            <a:avLst/>
          </a:prstGeom>
        </p:spPr>
        <p:txBody>
          <a:bodyPr anchor="ctr"/>
          <a:lstStyle>
            <a:lvl1pPr marL="0" indent="0" algn="ctr">
              <a:buNone/>
              <a:defRPr sz="1200">
                <a:solidFill>
                  <a:schemeClr val="bg1"/>
                </a:solidFill>
                <a:latin typeface="Arial" panose="020B0604020202020204" pitchFamily="34" charset="0"/>
                <a:cs typeface="Arial" panose="020B0604020202020204" pitchFamily="34" charset="0"/>
              </a:defRPr>
            </a:lvl1pPr>
            <a:lvl2pPr marL="457200" indent="0" algn="ctr">
              <a:buNone/>
              <a:defRPr sz="1800">
                <a:solidFill>
                  <a:schemeClr val="bg1"/>
                </a:solidFill>
              </a:defRPr>
            </a:lvl2pPr>
            <a:lvl3pPr marL="914400" indent="0" algn="ctr">
              <a:buNone/>
              <a:defRPr sz="1800">
                <a:solidFill>
                  <a:schemeClr val="bg1"/>
                </a:solidFill>
              </a:defRPr>
            </a:lvl3pPr>
            <a:lvl4pPr marL="1371600" indent="0" algn="ctr">
              <a:buNone/>
              <a:defRPr sz="1800">
                <a:solidFill>
                  <a:schemeClr val="bg1"/>
                </a:solidFill>
              </a:defRPr>
            </a:lvl4pPr>
            <a:lvl5pPr marL="1828800" indent="0" algn="ctr">
              <a:buNone/>
              <a:defRPr sz="1800">
                <a:solidFill>
                  <a:schemeClr val="bg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endParaRPr lang="en-US" dirty="0"/>
          </a:p>
        </p:txBody>
      </p:sp>
      <p:sp>
        <p:nvSpPr>
          <p:cNvPr id="41" name="Text Placeholder 37">
            <a:extLst>
              <a:ext uri="{FF2B5EF4-FFF2-40B4-BE49-F238E27FC236}">
                <a16:creationId xmlns:a16="http://schemas.microsoft.com/office/drawing/2014/main" id="{8AA84234-9A75-4AA8-A471-208E2D2B7DFF}"/>
              </a:ext>
            </a:extLst>
          </p:cNvPr>
          <p:cNvSpPr>
            <a:spLocks noGrp="1"/>
          </p:cNvSpPr>
          <p:nvPr>
            <p:ph type="body" sz="quarter" idx="17" hasCustomPrompt="1"/>
          </p:nvPr>
        </p:nvSpPr>
        <p:spPr>
          <a:xfrm>
            <a:off x="4867453" y="4618533"/>
            <a:ext cx="2490787" cy="357187"/>
          </a:xfrm>
          <a:prstGeom prst="rect">
            <a:avLst/>
          </a:prstGeom>
        </p:spPr>
        <p:txBody>
          <a:bodyPr/>
          <a:lstStyle>
            <a:lvl1pPr marL="0" indent="0" algn="ctr">
              <a:buNone/>
              <a:defRPr sz="1600">
                <a:solidFill>
                  <a:schemeClr val="bg1"/>
                </a:solidFill>
                <a:latin typeface="Arial" panose="020B0604020202020204" pitchFamily="34" charset="0"/>
                <a:cs typeface="Arial" panose="020B0604020202020204" pitchFamily="34" charset="0"/>
              </a:defRPr>
            </a:lvl1pPr>
            <a:lvl2pPr marL="457200" indent="0" algn="ctr">
              <a:buNone/>
              <a:defRPr sz="1800">
                <a:solidFill>
                  <a:schemeClr val="bg1"/>
                </a:solidFill>
              </a:defRPr>
            </a:lvl2pPr>
            <a:lvl3pPr marL="914400" indent="0" algn="ctr">
              <a:buNone/>
              <a:defRPr sz="1800">
                <a:solidFill>
                  <a:schemeClr val="bg1"/>
                </a:solidFill>
              </a:defRPr>
            </a:lvl3pPr>
            <a:lvl4pPr marL="1371600" indent="0" algn="ctr">
              <a:buNone/>
              <a:defRPr sz="1800">
                <a:solidFill>
                  <a:schemeClr val="bg1"/>
                </a:solidFill>
              </a:defRPr>
            </a:lvl4pPr>
            <a:lvl5pPr marL="1828800" indent="0" algn="ctr">
              <a:buNone/>
              <a:defRPr sz="1800">
                <a:solidFill>
                  <a:schemeClr val="bg1"/>
                </a:solidFill>
              </a:defRPr>
            </a:lvl5pPr>
          </a:lstStyle>
          <a:p>
            <a:pPr lvl="0"/>
            <a:r>
              <a:rPr lang="en-US" dirty="0"/>
              <a:t>Click to add heading</a:t>
            </a:r>
          </a:p>
        </p:txBody>
      </p:sp>
      <p:sp>
        <p:nvSpPr>
          <p:cNvPr id="42" name="Text Placeholder 37">
            <a:extLst>
              <a:ext uri="{FF2B5EF4-FFF2-40B4-BE49-F238E27FC236}">
                <a16:creationId xmlns:a16="http://schemas.microsoft.com/office/drawing/2014/main" id="{2160610E-0C4B-421C-BB98-EC712C362E93}"/>
              </a:ext>
            </a:extLst>
          </p:cNvPr>
          <p:cNvSpPr>
            <a:spLocks noGrp="1"/>
          </p:cNvSpPr>
          <p:nvPr>
            <p:ph type="body" sz="quarter" idx="18" hasCustomPrompt="1"/>
          </p:nvPr>
        </p:nvSpPr>
        <p:spPr>
          <a:xfrm>
            <a:off x="4597467" y="5062038"/>
            <a:ext cx="3030758" cy="680033"/>
          </a:xfrm>
          <a:prstGeom prst="rect">
            <a:avLst/>
          </a:prstGeom>
        </p:spPr>
        <p:txBody>
          <a:bodyPr anchor="ctr"/>
          <a:lstStyle>
            <a:lvl1pPr marL="0" indent="0" algn="ctr">
              <a:buNone/>
              <a:defRPr sz="1200">
                <a:solidFill>
                  <a:schemeClr val="bg1"/>
                </a:solidFill>
                <a:latin typeface="Arial" panose="020B0604020202020204" pitchFamily="34" charset="0"/>
                <a:cs typeface="Arial" panose="020B0604020202020204" pitchFamily="34" charset="0"/>
              </a:defRPr>
            </a:lvl1pPr>
            <a:lvl2pPr marL="457200" indent="0" algn="ctr">
              <a:buNone/>
              <a:defRPr sz="1800">
                <a:solidFill>
                  <a:schemeClr val="bg1"/>
                </a:solidFill>
              </a:defRPr>
            </a:lvl2pPr>
            <a:lvl3pPr marL="914400" indent="0" algn="ctr">
              <a:buNone/>
              <a:defRPr sz="1800">
                <a:solidFill>
                  <a:schemeClr val="bg1"/>
                </a:solidFill>
              </a:defRPr>
            </a:lvl3pPr>
            <a:lvl4pPr marL="1371600" indent="0" algn="ctr">
              <a:buNone/>
              <a:defRPr sz="1800">
                <a:solidFill>
                  <a:schemeClr val="bg1"/>
                </a:solidFill>
              </a:defRPr>
            </a:lvl4pPr>
            <a:lvl5pPr marL="1828800" indent="0" algn="ctr">
              <a:buNone/>
              <a:defRPr sz="1800">
                <a:solidFill>
                  <a:schemeClr val="bg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endParaRPr lang="en-US" dirty="0"/>
          </a:p>
        </p:txBody>
      </p:sp>
      <p:sp>
        <p:nvSpPr>
          <p:cNvPr id="43" name="Text Placeholder 37">
            <a:extLst>
              <a:ext uri="{FF2B5EF4-FFF2-40B4-BE49-F238E27FC236}">
                <a16:creationId xmlns:a16="http://schemas.microsoft.com/office/drawing/2014/main" id="{E81230DE-DD2E-44D9-B41E-0614D218FFA8}"/>
              </a:ext>
            </a:extLst>
          </p:cNvPr>
          <p:cNvSpPr>
            <a:spLocks noGrp="1"/>
          </p:cNvSpPr>
          <p:nvPr>
            <p:ph type="body" sz="quarter" idx="19" hasCustomPrompt="1"/>
          </p:nvPr>
        </p:nvSpPr>
        <p:spPr>
          <a:xfrm>
            <a:off x="8440240" y="4618533"/>
            <a:ext cx="2490787" cy="357187"/>
          </a:xfrm>
          <a:prstGeom prst="rect">
            <a:avLst/>
          </a:prstGeom>
        </p:spPr>
        <p:txBody>
          <a:bodyPr/>
          <a:lstStyle>
            <a:lvl1pPr marL="0" indent="0" algn="ctr">
              <a:buNone/>
              <a:defRPr sz="1600">
                <a:solidFill>
                  <a:schemeClr val="bg1"/>
                </a:solidFill>
                <a:latin typeface="Arial" panose="020B0604020202020204" pitchFamily="34" charset="0"/>
                <a:cs typeface="Arial" panose="020B0604020202020204" pitchFamily="34" charset="0"/>
              </a:defRPr>
            </a:lvl1pPr>
            <a:lvl2pPr marL="457200" indent="0" algn="ctr">
              <a:buNone/>
              <a:defRPr sz="1800">
                <a:solidFill>
                  <a:schemeClr val="bg1"/>
                </a:solidFill>
              </a:defRPr>
            </a:lvl2pPr>
            <a:lvl3pPr marL="914400" indent="0" algn="ctr">
              <a:buNone/>
              <a:defRPr sz="1800">
                <a:solidFill>
                  <a:schemeClr val="bg1"/>
                </a:solidFill>
              </a:defRPr>
            </a:lvl3pPr>
            <a:lvl4pPr marL="1371600" indent="0" algn="ctr">
              <a:buNone/>
              <a:defRPr sz="1800">
                <a:solidFill>
                  <a:schemeClr val="bg1"/>
                </a:solidFill>
              </a:defRPr>
            </a:lvl4pPr>
            <a:lvl5pPr marL="1828800" indent="0" algn="ctr">
              <a:buNone/>
              <a:defRPr sz="1800">
                <a:solidFill>
                  <a:schemeClr val="bg1"/>
                </a:solidFill>
              </a:defRPr>
            </a:lvl5pPr>
          </a:lstStyle>
          <a:p>
            <a:pPr lvl="0"/>
            <a:r>
              <a:rPr lang="en-US" dirty="0"/>
              <a:t>Click to add heading</a:t>
            </a:r>
          </a:p>
        </p:txBody>
      </p:sp>
      <p:sp>
        <p:nvSpPr>
          <p:cNvPr id="44" name="Text Placeholder 37">
            <a:extLst>
              <a:ext uri="{FF2B5EF4-FFF2-40B4-BE49-F238E27FC236}">
                <a16:creationId xmlns:a16="http://schemas.microsoft.com/office/drawing/2014/main" id="{EC4EF069-F3BB-4126-BE09-B3792037C5AA}"/>
              </a:ext>
            </a:extLst>
          </p:cNvPr>
          <p:cNvSpPr>
            <a:spLocks noGrp="1"/>
          </p:cNvSpPr>
          <p:nvPr>
            <p:ph type="body" sz="quarter" idx="20" hasCustomPrompt="1"/>
          </p:nvPr>
        </p:nvSpPr>
        <p:spPr>
          <a:xfrm>
            <a:off x="8170254" y="5062038"/>
            <a:ext cx="3030758" cy="680033"/>
          </a:xfrm>
          <a:prstGeom prst="rect">
            <a:avLst/>
          </a:prstGeom>
        </p:spPr>
        <p:txBody>
          <a:bodyPr anchor="ctr"/>
          <a:lstStyle>
            <a:lvl1pPr marL="0" indent="0" algn="ctr">
              <a:buNone/>
              <a:defRPr sz="1200">
                <a:solidFill>
                  <a:schemeClr val="bg1"/>
                </a:solidFill>
                <a:latin typeface="Arial" panose="020B0604020202020204" pitchFamily="34" charset="0"/>
                <a:cs typeface="Arial" panose="020B0604020202020204" pitchFamily="34" charset="0"/>
              </a:defRPr>
            </a:lvl1pPr>
            <a:lvl2pPr marL="457200" indent="0" algn="ctr">
              <a:buNone/>
              <a:defRPr sz="1800">
                <a:solidFill>
                  <a:schemeClr val="bg1"/>
                </a:solidFill>
              </a:defRPr>
            </a:lvl2pPr>
            <a:lvl3pPr marL="914400" indent="0" algn="ctr">
              <a:buNone/>
              <a:defRPr sz="1800">
                <a:solidFill>
                  <a:schemeClr val="bg1"/>
                </a:solidFill>
              </a:defRPr>
            </a:lvl3pPr>
            <a:lvl4pPr marL="1371600" indent="0" algn="ctr">
              <a:buNone/>
              <a:defRPr sz="1800">
                <a:solidFill>
                  <a:schemeClr val="bg1"/>
                </a:solidFill>
              </a:defRPr>
            </a:lvl4pPr>
            <a:lvl5pPr marL="1828800" indent="0" algn="ctr">
              <a:buNone/>
              <a:defRPr sz="1800">
                <a:solidFill>
                  <a:schemeClr val="bg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endParaRPr lang="en-US" dirty="0"/>
          </a:p>
        </p:txBody>
      </p:sp>
    </p:spTree>
    <p:extLst>
      <p:ext uri="{BB962C8B-B14F-4D97-AF65-F5344CB8AC3E}">
        <p14:creationId xmlns:p14="http://schemas.microsoft.com/office/powerpoint/2010/main" val="2980935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698FC246-CF20-4E6C-AF9B-A863A728C726}"/>
              </a:ext>
            </a:extLst>
          </p:cNvPr>
          <p:cNvSpPr txBox="1">
            <a:spLocks/>
          </p:cNvSpPr>
          <p:nvPr userDrawn="1"/>
        </p:nvSpPr>
        <p:spPr bwMode="auto">
          <a:xfrm>
            <a:off x="11814773" y="6613575"/>
            <a:ext cx="157094" cy="153888"/>
          </a:xfrm>
          <a:prstGeom prst="rect">
            <a:avLst/>
          </a:prstGeom>
          <a:noFill/>
          <a:ln w="9525">
            <a:noFill/>
            <a:miter lim="800000"/>
            <a:headEnd/>
            <a:tailEnd/>
          </a:ln>
        </p:spPr>
        <p:txBody>
          <a:bodyPr wrap="none" lIns="0" tIns="0" rIns="0" bIns="0" anchor="ctr">
            <a:spAutoFit/>
          </a:bodyPr>
          <a:lstStyle/>
          <a:p>
            <a:pPr algn="r" fontAlgn="auto">
              <a:spcBef>
                <a:spcPts val="0"/>
              </a:spcBef>
              <a:spcAft>
                <a:spcPts val="0"/>
              </a:spcAft>
              <a:defRPr/>
            </a:pPr>
            <a:fld id="{DB2CB707-45FB-4000-B8FB-CE39B416E644}" type="slidenum">
              <a:rPr lang="en-US" sz="1000">
                <a:solidFill>
                  <a:srgbClr val="6D6E71"/>
                </a:solidFill>
                <a:latin typeface="Arial" pitchFamily="34" charset="0"/>
                <a:cs typeface="Arial" pitchFamily="34" charset="0"/>
              </a:rPr>
              <a:pPr algn="r" fontAlgn="auto">
                <a:spcBef>
                  <a:spcPts val="0"/>
                </a:spcBef>
                <a:spcAft>
                  <a:spcPts val="0"/>
                </a:spcAft>
                <a:defRPr/>
              </a:pPr>
              <a:t>‹#›</a:t>
            </a:fld>
            <a:endParaRPr lang="en-US" sz="1000" dirty="0">
              <a:solidFill>
                <a:srgbClr val="6D6E71"/>
              </a:solidFill>
              <a:latin typeface="Arial" pitchFamily="34" charset="0"/>
              <a:cs typeface="Arial" pitchFamily="34" charset="0"/>
            </a:endParaRPr>
          </a:p>
        </p:txBody>
      </p:sp>
      <p:sp>
        <p:nvSpPr>
          <p:cNvPr id="3" name="TextBox 20">
            <a:extLst>
              <a:ext uri="{FF2B5EF4-FFF2-40B4-BE49-F238E27FC236}">
                <a16:creationId xmlns:a16="http://schemas.microsoft.com/office/drawing/2014/main" id="{0CE9F542-9AEA-426A-8B4B-AB8E51A91352}"/>
              </a:ext>
            </a:extLst>
          </p:cNvPr>
          <p:cNvSpPr txBox="1">
            <a:spLocks noChangeArrowheads="1"/>
          </p:cNvSpPr>
          <p:nvPr userDrawn="1"/>
        </p:nvSpPr>
        <p:spPr bwMode="gray">
          <a:xfrm>
            <a:off x="345137" y="6565007"/>
            <a:ext cx="3502562" cy="123111"/>
          </a:xfrm>
          <a:prstGeom prst="rect">
            <a:avLst/>
          </a:prstGeom>
          <a:noFill/>
          <a:ln w="9525">
            <a:noFill/>
            <a:miter lim="800000"/>
            <a:headEnd/>
            <a:tailEnd/>
          </a:ln>
        </p:spPr>
        <p:txBody>
          <a:bodyPr wrap="none" lIns="0" tIns="0" rIns="0" bIns="0">
            <a:spAutoFit/>
          </a:bodyPr>
          <a:lstStyle/>
          <a:p>
            <a:pPr fontAlgn="auto">
              <a:spcBef>
                <a:spcPts val="0"/>
              </a:spcBef>
              <a:spcAft>
                <a:spcPts val="0"/>
              </a:spcAft>
              <a:defRPr/>
            </a:pPr>
            <a:r>
              <a:rPr lang="en-US" sz="800" dirty="0">
                <a:solidFill>
                  <a:schemeClr val="bg1">
                    <a:lumMod val="75000"/>
                  </a:schemeClr>
                </a:solidFill>
                <a:latin typeface="Arial" pitchFamily="34" charset="0"/>
                <a:cs typeface="Arial" pitchFamily="34" charset="0"/>
              </a:rPr>
              <a:t>Company Confidential | Copyright © 2023 Tech Mahindra. All rights reserved.</a:t>
            </a:r>
          </a:p>
        </p:txBody>
      </p:sp>
    </p:spTree>
    <p:extLst>
      <p:ext uri="{BB962C8B-B14F-4D97-AF65-F5344CB8AC3E}">
        <p14:creationId xmlns:p14="http://schemas.microsoft.com/office/powerpoint/2010/main" val="1019778598"/>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711" r:id="rId3"/>
    <p:sldLayoutId id="2147483716" r:id="rId4"/>
    <p:sldLayoutId id="2147483696" r:id="rId5"/>
    <p:sldLayoutId id="2147483705" r:id="rId6"/>
    <p:sldLayoutId id="2147483712" r:id="rId7"/>
    <p:sldLayoutId id="2147483714" r:id="rId8"/>
    <p:sldLayoutId id="2147483715" r:id="rId9"/>
    <p:sldLayoutId id="2147483713" r:id="rId10"/>
    <p:sldLayoutId id="2147483706" r:id="rId11"/>
    <p:sldLayoutId id="2147483710" r:id="rId12"/>
    <p:sldLayoutId id="2147483717" r:id="rId13"/>
    <p:sldLayoutId id="2147483707"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hyperlink" Target="https://selfservicelettermaker.techmahindra.com/LetterMakerOnsite.aspx" TargetMode="Externa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hyperlink" Target="https://remember.techmahindra.com/loginpages/loginnew.aspx" TargetMode="External"/><Relationship Id="rId2" Type="http://schemas.openxmlformats.org/officeDocument/2006/relationships/hyperlink" Target="https://exempverify.techmahindra.com/UserList.aspx" TargetMode="Externa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hyperlink" Target="https://ind01.safelinks.protection.outlook.com/?url=https%3A%2F%2Funifiedportal-mem.epfindia.gov.in%2Fmemberinterface%2F&amp;data=04%7C01%7CPG0063128%40TechMahindra.com%7Ce34417b591e7403c838508d942c5d40b%7Cedf442f5b9944c86a131b42b03a16c95%7C0%7C0%7C637614239696049516%7CUnknown%7CTWFpbGZsb3d8eyJWIjoiMC4wLjAwMDAiLCJQIjoiV2luMzIiLCJBTiI6Ik1haWwiLCJXVCI6Mn0%3D%7C1000&amp;sdata=YdiqHc4jU0uFjH%2FxFtTu0jSLjcdXIBTqfRK6Jfz3X1s%3D&amp;reserved=0" TargetMode="Externa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12782" y="2610485"/>
            <a:ext cx="11166436" cy="818515"/>
          </a:xfrm>
        </p:spPr>
        <p:txBody>
          <a:bodyPr/>
          <a:lstStyle/>
          <a:p>
            <a:pPr algn="ctr"/>
            <a:r>
              <a:rPr lang="en-US" sz="4400" b="1" dirty="0"/>
              <a:t>Separation Process</a:t>
            </a:r>
          </a:p>
        </p:txBody>
      </p:sp>
    </p:spTree>
    <p:extLst>
      <p:ext uri="{BB962C8B-B14F-4D97-AF65-F5344CB8AC3E}">
        <p14:creationId xmlns:p14="http://schemas.microsoft.com/office/powerpoint/2010/main" val="1557393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6DEF21-85B4-4F1D-60FA-CE9658B93C15}"/>
              </a:ext>
            </a:extLst>
          </p:cNvPr>
          <p:cNvSpPr>
            <a:spLocks noGrp="1"/>
          </p:cNvSpPr>
          <p:nvPr>
            <p:ph type="body" sz="quarter" idx="11"/>
          </p:nvPr>
        </p:nvSpPr>
        <p:spPr/>
        <p:txBody>
          <a:bodyPr/>
          <a:lstStyle/>
          <a:p>
            <a:pPr algn="ctr"/>
            <a:r>
              <a:rPr lang="en-US" b="1" dirty="0">
                <a:solidFill>
                  <a:schemeClr val="tx1"/>
                </a:solidFill>
              </a:rPr>
              <a:t>Quick Steps – Post Resignation</a:t>
            </a:r>
          </a:p>
        </p:txBody>
      </p:sp>
      <p:sp>
        <p:nvSpPr>
          <p:cNvPr id="3" name="Text Placeholder 2">
            <a:extLst>
              <a:ext uri="{FF2B5EF4-FFF2-40B4-BE49-F238E27FC236}">
                <a16:creationId xmlns:a16="http://schemas.microsoft.com/office/drawing/2014/main" id="{DF2981B0-364B-60CC-C7DB-4242E1C0C8F3}"/>
              </a:ext>
            </a:extLst>
          </p:cNvPr>
          <p:cNvSpPr>
            <a:spLocks noGrp="1"/>
          </p:cNvSpPr>
          <p:nvPr>
            <p:ph type="body" sz="quarter" idx="12"/>
          </p:nvPr>
        </p:nvSpPr>
        <p:spPr>
          <a:xfrm>
            <a:off x="817705" y="1145894"/>
            <a:ext cx="10556590" cy="5072043"/>
          </a:xfrm>
        </p:spPr>
        <p:txBody>
          <a:bodyPr/>
          <a:lstStyle/>
          <a:p>
            <a:r>
              <a:rPr lang="en-US" sz="1600" b="1" dirty="0">
                <a:solidFill>
                  <a:schemeClr val="tx1"/>
                </a:solidFill>
              </a:rPr>
              <a:t>1. Resignation Submission: </a:t>
            </a:r>
            <a:r>
              <a:rPr lang="en-US" sz="1600" dirty="0">
                <a:solidFill>
                  <a:schemeClr val="tx1"/>
                </a:solidFill>
              </a:rPr>
              <a:t>Submit resignation in PACE HR. RM will review and accept.</a:t>
            </a:r>
          </a:p>
          <a:p>
            <a:r>
              <a:rPr lang="en-US" sz="1600" b="1" dirty="0">
                <a:solidFill>
                  <a:schemeClr val="tx1"/>
                </a:solidFill>
              </a:rPr>
              <a:t>2. Timesheet: </a:t>
            </a:r>
            <a:r>
              <a:rPr lang="en-US" sz="1600" dirty="0">
                <a:solidFill>
                  <a:schemeClr val="tx1"/>
                </a:solidFill>
              </a:rPr>
              <a:t>Ensure timesheets are filled and approved until your Last Working Day (LWD).</a:t>
            </a:r>
          </a:p>
          <a:p>
            <a:r>
              <a:rPr lang="en-US" sz="1600" b="1" dirty="0">
                <a:solidFill>
                  <a:schemeClr val="tx1"/>
                </a:solidFill>
              </a:rPr>
              <a:t>3. Assets: </a:t>
            </a:r>
            <a:r>
              <a:rPr lang="en-US" sz="1600" dirty="0">
                <a:solidFill>
                  <a:schemeClr val="tx1"/>
                </a:solidFill>
              </a:rPr>
              <a:t>Verify assets tagged to your ID [</a:t>
            </a:r>
            <a:r>
              <a:rPr lang="en-US" sz="1600" u="sng" dirty="0">
                <a:solidFill>
                  <a:schemeClr val="accent5">
                    <a:lumMod val="75000"/>
                  </a:schemeClr>
                </a:solidFill>
              </a:rPr>
              <a:t>https://tim.techmahindra.com/tim/Assets</a:t>
            </a:r>
            <a:r>
              <a:rPr lang="en-US" sz="1600" dirty="0">
                <a:solidFill>
                  <a:schemeClr val="tx1"/>
                </a:solidFill>
              </a:rPr>
              <a:t>]. Contact IT TIM SPOC if multiple assets are listed and you are not holding that particular asset.</a:t>
            </a:r>
          </a:p>
          <a:p>
            <a:r>
              <a:rPr lang="en-US" sz="1600" b="1" dirty="0">
                <a:solidFill>
                  <a:schemeClr val="tx1"/>
                </a:solidFill>
              </a:rPr>
              <a:t>4. Resignation Acceptance Letter and Exit Checklist: </a:t>
            </a:r>
            <a:r>
              <a:rPr lang="en-US" sz="1600" dirty="0">
                <a:solidFill>
                  <a:schemeClr val="tx1"/>
                </a:solidFill>
              </a:rPr>
              <a:t>RAL and exit checklist will get triggered 10 days prior to the LWD. You can view your checklist clearances status in Pace HR → Main Menu → Employee Self Service  Exit → Clearance Checklist View.</a:t>
            </a:r>
          </a:p>
          <a:p>
            <a:r>
              <a:rPr lang="en-US" sz="1600" b="1" dirty="0">
                <a:solidFill>
                  <a:schemeClr val="tx1"/>
                </a:solidFill>
              </a:rPr>
              <a:t>5. Laptop &amp; Access: </a:t>
            </a:r>
            <a:r>
              <a:rPr lang="en-US" sz="1600" dirty="0">
                <a:solidFill>
                  <a:schemeClr val="tx1"/>
                </a:solidFill>
              </a:rPr>
              <a:t>Submit laptop and access card on your LWD, please ensure to get the checklist close for TIM asset and access card when the assets and access card are submitted. (If your LWD falls on weekend or public holiday, you can submit on the prior business day after checking with your reporting manager).</a:t>
            </a:r>
          </a:p>
          <a:p>
            <a:r>
              <a:rPr lang="en-US" sz="1600" b="1" dirty="0">
                <a:solidFill>
                  <a:schemeClr val="tx1"/>
                </a:solidFill>
              </a:rPr>
              <a:t>6. Checklist Closure: </a:t>
            </a:r>
            <a:r>
              <a:rPr lang="en-US" sz="1600" dirty="0">
                <a:solidFill>
                  <a:schemeClr val="tx1"/>
                </a:solidFill>
              </a:rPr>
              <a:t>Checklist clearances will be done by respective SPOCs on LWD + 1 day (No follow-up or action is required from associates).</a:t>
            </a:r>
          </a:p>
          <a:p>
            <a:r>
              <a:rPr lang="en-US" sz="1600" b="1" dirty="0">
                <a:solidFill>
                  <a:schemeClr val="tx1"/>
                </a:solidFill>
              </a:rPr>
              <a:t>7. Update Details: </a:t>
            </a:r>
            <a:r>
              <a:rPr lang="en-US" sz="1600" dirty="0">
                <a:solidFill>
                  <a:schemeClr val="tx1"/>
                </a:solidFill>
              </a:rPr>
              <a:t>Ensure personal email ID &amp; address are updated in PACE HR → Main Menu → Employee Self Service → Personal Information.</a:t>
            </a:r>
          </a:p>
          <a:p>
            <a:r>
              <a:rPr lang="en-US" sz="1600" dirty="0">
                <a:solidFill>
                  <a:schemeClr val="tx1"/>
                </a:solidFill>
              </a:rPr>
              <a:t>8. </a:t>
            </a:r>
            <a:r>
              <a:rPr lang="en-IN" sz="1600" dirty="0">
                <a:solidFill>
                  <a:schemeClr val="tx1"/>
                </a:solidFill>
              </a:rPr>
              <a:t>You can view your LWD in the PACE HR, Main menu </a:t>
            </a:r>
            <a:r>
              <a:rPr lang="en-US" sz="1600" dirty="0">
                <a:solidFill>
                  <a:schemeClr val="tx1"/>
                </a:solidFill>
              </a:rPr>
              <a:t>→</a:t>
            </a:r>
            <a:r>
              <a:rPr lang="en-IN" sz="1600" dirty="0">
                <a:solidFill>
                  <a:schemeClr val="tx1"/>
                </a:solidFill>
              </a:rPr>
              <a:t> EMP Self-service </a:t>
            </a:r>
            <a:r>
              <a:rPr lang="en-US" sz="1600" dirty="0">
                <a:solidFill>
                  <a:schemeClr val="tx1"/>
                </a:solidFill>
              </a:rPr>
              <a:t>→</a:t>
            </a:r>
            <a:r>
              <a:rPr lang="en-IN" sz="1600" dirty="0">
                <a:solidFill>
                  <a:schemeClr val="tx1"/>
                </a:solidFill>
              </a:rPr>
              <a:t> Personal information </a:t>
            </a:r>
            <a:r>
              <a:rPr lang="en-US" sz="1600" dirty="0">
                <a:solidFill>
                  <a:schemeClr val="tx1"/>
                </a:solidFill>
              </a:rPr>
              <a:t>→</a:t>
            </a:r>
            <a:r>
              <a:rPr lang="en-IN" sz="1600" dirty="0">
                <a:solidFill>
                  <a:schemeClr val="tx1"/>
                </a:solidFill>
              </a:rPr>
              <a:t> EMP separation details.</a:t>
            </a:r>
          </a:p>
        </p:txBody>
      </p:sp>
    </p:spTree>
    <p:extLst>
      <p:ext uri="{BB962C8B-B14F-4D97-AF65-F5344CB8AC3E}">
        <p14:creationId xmlns:p14="http://schemas.microsoft.com/office/powerpoint/2010/main" val="2208007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CCBA700-350B-838E-BEA0-2F3F27D7EBB6}"/>
              </a:ext>
            </a:extLst>
          </p:cNvPr>
          <p:cNvSpPr>
            <a:spLocks noGrp="1"/>
          </p:cNvSpPr>
          <p:nvPr>
            <p:ph type="body" sz="quarter" idx="12"/>
          </p:nvPr>
        </p:nvSpPr>
        <p:spPr/>
        <p:txBody>
          <a:bodyPr/>
          <a:lstStyle/>
          <a:p>
            <a:pPr marL="342900" marR="0" lvl="0" indent="-342900">
              <a:spcAft>
                <a:spcPts val="0"/>
              </a:spcAft>
              <a:buFont typeface="+mj-lt"/>
              <a:buAutoNum type="arabicPeriod" startAt="9"/>
            </a:pPr>
            <a:r>
              <a:rPr lang="en-US" sz="1600" b="1" dirty="0">
                <a:solidFill>
                  <a:schemeClr val="tx1"/>
                </a:solidFill>
              </a:rPr>
              <a:t>Salary Payment during Notice Period </a:t>
            </a:r>
            <a:r>
              <a:rPr lang="en-US" sz="1600" dirty="0">
                <a:solidFill>
                  <a:schemeClr val="tx1"/>
                </a:solidFill>
              </a:rPr>
              <a:t>- </a:t>
            </a:r>
            <a:r>
              <a:rPr lang="en-IN" sz="1600" dirty="0">
                <a:solidFill>
                  <a:schemeClr val="tx1"/>
                </a:solidFill>
              </a:rPr>
              <a:t>As per the exit process, if your last working day is scheduled on or before 15th of next month, your current month salary shall be on hold. (Ex: If the LWD is 13th Sep then previous month salary will be on hold). This salary will be released along with your full and final settlement.</a:t>
            </a:r>
            <a:r>
              <a:rPr lang="en-US" sz="1600" dirty="0">
                <a:solidFill>
                  <a:schemeClr val="tx1"/>
                </a:solidFill>
              </a:rPr>
              <a:t> </a:t>
            </a:r>
          </a:p>
          <a:p>
            <a:pPr marL="342900" marR="0" lvl="0" indent="-342900">
              <a:spcAft>
                <a:spcPts val="0"/>
              </a:spcAft>
              <a:buFont typeface="+mj-lt"/>
              <a:buAutoNum type="arabicPeriod" startAt="9"/>
            </a:pPr>
            <a:r>
              <a:rPr lang="en-US" sz="1600" dirty="0">
                <a:solidFill>
                  <a:schemeClr val="tx1"/>
                </a:solidFill>
              </a:rPr>
              <a:t>Medical insurance policy will get inactive on your LWD. Recovery will be on prorate basis if there is no claim in the current financial. Complete premium will be recovered if there’s any claim in the current financial year.</a:t>
            </a:r>
          </a:p>
          <a:p>
            <a:pPr marL="342900" marR="0" lvl="0" indent="-342900">
              <a:spcAft>
                <a:spcPts val="0"/>
              </a:spcAft>
              <a:buFont typeface="+mj-lt"/>
              <a:buAutoNum type="arabicPeriod" startAt="9"/>
            </a:pPr>
            <a:r>
              <a:rPr lang="en-IN" sz="1600" dirty="0">
                <a:solidFill>
                  <a:schemeClr val="tx1"/>
                </a:solidFill>
              </a:rPr>
              <a:t>As per gratuity policy, associate is </a:t>
            </a:r>
            <a:r>
              <a:rPr lang="en-US" sz="1600" dirty="0">
                <a:solidFill>
                  <a:schemeClr val="tx1"/>
                </a:solidFill>
              </a:rPr>
              <a:t>eligible if service is ≥ 4 years 10 months.</a:t>
            </a:r>
            <a:r>
              <a:rPr lang="en-IN" sz="1600" dirty="0">
                <a:solidFill>
                  <a:schemeClr val="tx1"/>
                </a:solidFill>
              </a:rPr>
              <a:t>Gratuity amount would be paid to the associate within 1 month from the LWD. </a:t>
            </a:r>
          </a:p>
          <a:p>
            <a:pPr marL="342900" marR="0" lvl="0" indent="-342900">
              <a:spcAft>
                <a:spcPts val="0"/>
              </a:spcAft>
              <a:buFont typeface="+mj-lt"/>
              <a:buAutoNum type="arabicPeriod" startAt="9"/>
            </a:pPr>
            <a:r>
              <a:rPr lang="en-IN" sz="1600" b="1" dirty="0">
                <a:solidFill>
                  <a:schemeClr val="tx1"/>
                </a:solidFill>
              </a:rPr>
              <a:t>Formula for Gratuity</a:t>
            </a:r>
            <a:r>
              <a:rPr lang="en-IN" sz="1600" dirty="0">
                <a:solidFill>
                  <a:schemeClr val="tx1"/>
                </a:solidFill>
              </a:rPr>
              <a:t>: </a:t>
            </a:r>
            <a:r>
              <a:rPr lang="en-US" sz="1600" dirty="0">
                <a:solidFill>
                  <a:schemeClr val="tx1"/>
                </a:solidFill>
              </a:rPr>
              <a:t>Last basic (Month) /26*15*number of years = gratuity amount).</a:t>
            </a:r>
            <a:endParaRPr lang="en-IN" sz="1600" dirty="0">
              <a:solidFill>
                <a:schemeClr val="tx1"/>
              </a:solidFill>
            </a:endParaRPr>
          </a:p>
          <a:p>
            <a:pPr marL="342900" marR="0" lvl="0" indent="-342900">
              <a:spcAft>
                <a:spcPts val="0"/>
              </a:spcAft>
              <a:buFont typeface="+mj-lt"/>
              <a:buAutoNum type="arabicPeriod" startAt="9"/>
            </a:pPr>
            <a:r>
              <a:rPr lang="en-IN" sz="1600" b="1" dirty="0">
                <a:solidFill>
                  <a:schemeClr val="tx1"/>
                </a:solidFill>
              </a:rPr>
              <a:t>Leave Encashment </a:t>
            </a:r>
            <a:r>
              <a:rPr lang="en-IN" sz="1600" dirty="0">
                <a:solidFill>
                  <a:schemeClr val="tx1"/>
                </a:solidFill>
              </a:rPr>
              <a:t>- Earned leave balance will be paid out in your FFS.</a:t>
            </a:r>
          </a:p>
          <a:p>
            <a:pPr marL="342900" marR="0" lvl="0" indent="-342900">
              <a:spcAft>
                <a:spcPts val="0"/>
              </a:spcAft>
              <a:buFont typeface="+mj-lt"/>
              <a:buAutoNum type="arabicPeriod" startAt="9"/>
            </a:pPr>
            <a:r>
              <a:rPr lang="en-IN" sz="1600" dirty="0">
                <a:solidFill>
                  <a:schemeClr val="tx1"/>
                </a:solidFill>
              </a:rPr>
              <a:t>Notice Period will be recovered/waived off basis the RM’s action in system and approval from BHR (Recovery for Notice Period will be calculated on Basic Pay).</a:t>
            </a:r>
          </a:p>
          <a:p>
            <a:pPr marL="342900" indent="-342900">
              <a:buFont typeface="+mj-lt"/>
              <a:buAutoNum type="arabicPeriod" startAt="9"/>
            </a:pPr>
            <a:r>
              <a:rPr lang="en-IN" sz="1600" dirty="0">
                <a:solidFill>
                  <a:schemeClr val="tx1"/>
                </a:solidFill>
              </a:rPr>
              <a:t>In case of resignation withdrawn, the salary will be released in subsequent month mid cycle (15th to 20th).</a:t>
            </a:r>
          </a:p>
          <a:p>
            <a:pPr marL="342900" indent="-342900">
              <a:buFont typeface="+mj-lt"/>
              <a:buAutoNum type="arabicPeriod" startAt="9"/>
            </a:pPr>
            <a:r>
              <a:rPr lang="en-IN" sz="1600" dirty="0">
                <a:solidFill>
                  <a:schemeClr val="tx1"/>
                </a:solidFill>
              </a:rPr>
              <a:t>Full &amp; final settlement will be processed within 45 to 60 days from your LWD.</a:t>
            </a:r>
          </a:p>
        </p:txBody>
      </p:sp>
      <p:sp>
        <p:nvSpPr>
          <p:cNvPr id="5" name="Text Placeholder 4">
            <a:extLst>
              <a:ext uri="{FF2B5EF4-FFF2-40B4-BE49-F238E27FC236}">
                <a16:creationId xmlns:a16="http://schemas.microsoft.com/office/drawing/2014/main" id="{58F9D90D-2EA3-64B9-3E41-D281664752EB}"/>
              </a:ext>
            </a:extLst>
          </p:cNvPr>
          <p:cNvSpPr>
            <a:spLocks noGrp="1"/>
          </p:cNvSpPr>
          <p:nvPr>
            <p:ph type="body" sz="quarter" idx="11"/>
          </p:nvPr>
        </p:nvSpPr>
        <p:spPr/>
        <p:txBody>
          <a:bodyPr/>
          <a:lstStyle/>
          <a:p>
            <a:pPr algn="ctr"/>
            <a:r>
              <a:rPr lang="en-US" b="1" dirty="0">
                <a:solidFill>
                  <a:schemeClr val="tx1"/>
                </a:solidFill>
              </a:rPr>
              <a:t>Quick Steps – Post Resignation</a:t>
            </a:r>
          </a:p>
          <a:p>
            <a:pPr algn="ctr"/>
            <a:endParaRPr lang="en-US" sz="1600" b="1" dirty="0">
              <a:solidFill>
                <a:schemeClr val="tx1"/>
              </a:solidFill>
            </a:endParaRPr>
          </a:p>
        </p:txBody>
      </p:sp>
    </p:spTree>
    <p:extLst>
      <p:ext uri="{BB962C8B-B14F-4D97-AF65-F5344CB8AC3E}">
        <p14:creationId xmlns:p14="http://schemas.microsoft.com/office/powerpoint/2010/main" val="3073754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09767-1A26-C84E-4EA3-A13FBB65EBB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7A11C23-00DB-1C10-72C7-EF8062F8F0A3}"/>
              </a:ext>
            </a:extLst>
          </p:cNvPr>
          <p:cNvSpPr>
            <a:spLocks noGrp="1"/>
          </p:cNvSpPr>
          <p:nvPr>
            <p:ph type="body" sz="quarter" idx="11"/>
          </p:nvPr>
        </p:nvSpPr>
        <p:spPr/>
        <p:txBody>
          <a:bodyPr/>
          <a:lstStyle/>
          <a:p>
            <a:pPr algn="ctr"/>
            <a:r>
              <a:rPr lang="en-US" b="1" dirty="0">
                <a:solidFill>
                  <a:schemeClr val="tx1"/>
                </a:solidFill>
              </a:rPr>
              <a:t>Mandatory Documents- Post Resignation</a:t>
            </a:r>
          </a:p>
        </p:txBody>
      </p:sp>
      <p:sp>
        <p:nvSpPr>
          <p:cNvPr id="3" name="Text Placeholder 2">
            <a:extLst>
              <a:ext uri="{FF2B5EF4-FFF2-40B4-BE49-F238E27FC236}">
                <a16:creationId xmlns:a16="http://schemas.microsoft.com/office/drawing/2014/main" id="{F9FAA90B-845D-E49D-09E3-94E51BEB3C0D}"/>
              </a:ext>
            </a:extLst>
          </p:cNvPr>
          <p:cNvSpPr>
            <a:spLocks noGrp="1"/>
          </p:cNvSpPr>
          <p:nvPr>
            <p:ph type="body" sz="quarter" idx="12"/>
          </p:nvPr>
        </p:nvSpPr>
        <p:spPr/>
        <p:txBody>
          <a:bodyPr/>
          <a:lstStyle/>
          <a:p>
            <a:pPr marL="342900" marR="0" lvl="0" indent="-342900">
              <a:spcAft>
                <a:spcPts val="0"/>
              </a:spcAft>
              <a:buFont typeface="+mj-lt"/>
              <a:buAutoNum type="arabicPeriod"/>
            </a:pPr>
            <a:r>
              <a:rPr lang="en-US" sz="1600" b="1" dirty="0">
                <a:solidFill>
                  <a:schemeClr val="tx1"/>
                </a:solidFill>
              </a:rPr>
              <a:t>Salary Slips </a:t>
            </a:r>
            <a:r>
              <a:rPr lang="en-US" sz="1600" dirty="0">
                <a:solidFill>
                  <a:schemeClr val="tx1"/>
                </a:solidFill>
              </a:rPr>
              <a:t>– Last 6 months (Pace HR → Main Menu → EMP Self Service → Payroll &amp; Compensation → India Pay Report).</a:t>
            </a:r>
          </a:p>
          <a:p>
            <a:pPr marL="342900" marR="0" lvl="0" indent="-342900">
              <a:spcAft>
                <a:spcPts val="0"/>
              </a:spcAft>
              <a:buFont typeface="+mj-lt"/>
              <a:buAutoNum type="arabicPeriod"/>
            </a:pPr>
            <a:r>
              <a:rPr lang="en-IN" sz="1600" b="1" dirty="0">
                <a:solidFill>
                  <a:schemeClr val="tx1"/>
                </a:solidFill>
              </a:rPr>
              <a:t>Latest Compensation letter</a:t>
            </a:r>
            <a:r>
              <a:rPr lang="en-IN" sz="1600" dirty="0">
                <a:solidFill>
                  <a:schemeClr val="tx1"/>
                </a:solidFill>
              </a:rPr>
              <a:t> - From Pace HR </a:t>
            </a:r>
            <a:r>
              <a:rPr lang="en-US" sz="1600" dirty="0">
                <a:solidFill>
                  <a:schemeClr val="tx1"/>
                </a:solidFill>
              </a:rPr>
              <a:t>→ Main Menu</a:t>
            </a:r>
            <a:r>
              <a:rPr lang="en-IN" sz="1600" dirty="0">
                <a:solidFill>
                  <a:schemeClr val="tx1"/>
                </a:solidFill>
              </a:rPr>
              <a:t> </a:t>
            </a:r>
            <a:r>
              <a:rPr lang="en-US" sz="1600" dirty="0">
                <a:solidFill>
                  <a:schemeClr val="tx1"/>
                </a:solidFill>
              </a:rPr>
              <a:t>→</a:t>
            </a:r>
            <a:r>
              <a:rPr lang="en-IN" sz="1600" dirty="0">
                <a:solidFill>
                  <a:schemeClr val="tx1"/>
                </a:solidFill>
              </a:rPr>
              <a:t> EMP Self Service </a:t>
            </a:r>
            <a:r>
              <a:rPr lang="en-US" sz="1600" dirty="0">
                <a:solidFill>
                  <a:schemeClr val="tx1"/>
                </a:solidFill>
              </a:rPr>
              <a:t>→</a:t>
            </a:r>
            <a:r>
              <a:rPr lang="en-IN" sz="1600" dirty="0">
                <a:solidFill>
                  <a:schemeClr val="tx1"/>
                </a:solidFill>
              </a:rPr>
              <a:t> Personal Information </a:t>
            </a:r>
            <a:r>
              <a:rPr lang="en-US" sz="1600" dirty="0">
                <a:solidFill>
                  <a:schemeClr val="tx1"/>
                </a:solidFill>
              </a:rPr>
              <a:t>→</a:t>
            </a:r>
            <a:r>
              <a:rPr lang="en-IN" sz="1600" dirty="0">
                <a:solidFill>
                  <a:schemeClr val="tx1"/>
                </a:solidFill>
              </a:rPr>
              <a:t> My Letters..</a:t>
            </a:r>
          </a:p>
          <a:p>
            <a:pPr marL="342900" marR="0" lvl="0" indent="-342900">
              <a:spcAft>
                <a:spcPts val="0"/>
              </a:spcAft>
              <a:buFont typeface="+mj-lt"/>
              <a:buAutoNum type="arabicPeriod"/>
            </a:pPr>
            <a:r>
              <a:rPr lang="en-IN" sz="1600" dirty="0">
                <a:solidFill>
                  <a:schemeClr val="tx1"/>
                </a:solidFill>
              </a:rPr>
              <a:t>You can download the Roles and responsibilities/skillset letter through the following link. </a:t>
            </a:r>
            <a:r>
              <a:rPr lang="en-US" sz="1600" dirty="0">
                <a:solidFill>
                  <a:schemeClr val="accent5">
                    <a:lumMod val="75000"/>
                  </a:schemeClr>
                </a:solidFill>
                <a:hlinkClick r:id="rId2">
                  <a:extLst>
                    <a:ext uri="{A12FA001-AC4F-418D-AE19-62706E023703}">
                      <ahyp:hlinkClr xmlns:ahyp="http://schemas.microsoft.com/office/drawing/2018/hyperlinkcolor" val="tx"/>
                    </a:ext>
                  </a:extLst>
                </a:hlinkClick>
              </a:rPr>
              <a:t>https://selfservicelettermaker.techmahindra.com/LetterMakerOnsite.aspx</a:t>
            </a:r>
            <a:r>
              <a:rPr lang="en-US" sz="1600" dirty="0">
                <a:solidFill>
                  <a:schemeClr val="tx1"/>
                </a:solidFill>
              </a:rPr>
              <a:t> (select letter type as “Offshore Experience Letter – India Local Hire”.)</a:t>
            </a:r>
          </a:p>
          <a:p>
            <a:pPr marL="342900" marR="0" lvl="0" indent="-342900">
              <a:spcAft>
                <a:spcPts val="0"/>
              </a:spcAft>
              <a:buFont typeface="+mj-lt"/>
              <a:buAutoNum type="arabicPeriod"/>
            </a:pPr>
            <a:r>
              <a:rPr lang="en-US" sz="1600" b="1" dirty="0">
                <a:solidFill>
                  <a:schemeClr val="tx1"/>
                </a:solidFill>
              </a:rPr>
              <a:t>Form 16</a:t>
            </a:r>
            <a:r>
              <a:rPr lang="en-US" sz="1600" dirty="0">
                <a:solidFill>
                  <a:schemeClr val="tx1"/>
                </a:solidFill>
              </a:rPr>
              <a:t> –</a:t>
            </a:r>
            <a:r>
              <a:rPr lang="en-IN" sz="1600" dirty="0">
                <a:solidFill>
                  <a:schemeClr val="tx1"/>
                </a:solidFill>
              </a:rPr>
              <a:t>You can download all previous Form-16 from Pace HR</a:t>
            </a:r>
            <a:r>
              <a:rPr lang="en-US" sz="1600" dirty="0">
                <a:solidFill>
                  <a:schemeClr val="tx1"/>
                </a:solidFill>
              </a:rPr>
              <a:t> →</a:t>
            </a:r>
            <a:r>
              <a:rPr lang="en-IN" sz="1600" dirty="0">
                <a:solidFill>
                  <a:schemeClr val="tx1"/>
                </a:solidFill>
              </a:rPr>
              <a:t> Main Menu </a:t>
            </a:r>
            <a:r>
              <a:rPr lang="en-US" sz="1600" dirty="0">
                <a:solidFill>
                  <a:schemeClr val="tx1"/>
                </a:solidFill>
              </a:rPr>
              <a:t>→</a:t>
            </a:r>
            <a:r>
              <a:rPr lang="en-IN" sz="1600" dirty="0">
                <a:solidFill>
                  <a:schemeClr val="tx1"/>
                </a:solidFill>
              </a:rPr>
              <a:t> EMP Self Service </a:t>
            </a:r>
            <a:r>
              <a:rPr lang="en-US" sz="1600" dirty="0">
                <a:solidFill>
                  <a:schemeClr val="tx1"/>
                </a:solidFill>
              </a:rPr>
              <a:t>→</a:t>
            </a:r>
            <a:r>
              <a:rPr lang="en-IN" sz="1600" dirty="0">
                <a:solidFill>
                  <a:schemeClr val="tx1"/>
                </a:solidFill>
              </a:rPr>
              <a:t> Payroll &amp; Compensation </a:t>
            </a:r>
            <a:r>
              <a:rPr lang="en-US" sz="1600" dirty="0">
                <a:solidFill>
                  <a:schemeClr val="tx1"/>
                </a:solidFill>
              </a:rPr>
              <a:t>→</a:t>
            </a:r>
            <a:r>
              <a:rPr lang="en-IN" sz="1600" dirty="0">
                <a:solidFill>
                  <a:schemeClr val="tx1"/>
                </a:solidFill>
              </a:rPr>
              <a:t> India Pay </a:t>
            </a:r>
            <a:r>
              <a:rPr lang="en-US" sz="1600" dirty="0">
                <a:solidFill>
                  <a:schemeClr val="tx1"/>
                </a:solidFill>
              </a:rPr>
              <a:t>→</a:t>
            </a:r>
            <a:r>
              <a:rPr lang="en-IN" sz="1600" dirty="0">
                <a:solidFill>
                  <a:schemeClr val="tx1"/>
                </a:solidFill>
              </a:rPr>
              <a:t> report </a:t>
            </a:r>
            <a:r>
              <a:rPr lang="en-US" sz="1600" dirty="0">
                <a:solidFill>
                  <a:schemeClr val="tx1"/>
                </a:solidFill>
              </a:rPr>
              <a:t>→</a:t>
            </a:r>
            <a:r>
              <a:rPr lang="en-IN" sz="1600" dirty="0">
                <a:solidFill>
                  <a:schemeClr val="tx1"/>
                </a:solidFill>
              </a:rPr>
              <a:t> Form-16.</a:t>
            </a:r>
            <a:endParaRPr lang="en-US" sz="2600" dirty="0">
              <a:solidFill>
                <a:schemeClr val="tx1"/>
              </a:solidFill>
            </a:endParaRPr>
          </a:p>
          <a:p>
            <a:pPr marL="342900" marR="0" lvl="0" indent="-342900">
              <a:spcAft>
                <a:spcPts val="0"/>
              </a:spcAft>
              <a:buFont typeface="+mj-lt"/>
              <a:buAutoNum type="arabicPeriod"/>
            </a:pPr>
            <a:r>
              <a:rPr lang="en-IN" sz="1600" b="1" dirty="0">
                <a:solidFill>
                  <a:schemeClr val="tx1"/>
                </a:solidFill>
              </a:rPr>
              <a:t>Current Year Form -16 </a:t>
            </a:r>
            <a:r>
              <a:rPr lang="en-IN" sz="1600" dirty="0">
                <a:solidFill>
                  <a:schemeClr val="tx1"/>
                </a:solidFill>
              </a:rPr>
              <a:t>will be triggered to your personal email id and </a:t>
            </a:r>
            <a:r>
              <a:rPr lang="en-US" sz="1600" dirty="0">
                <a:solidFill>
                  <a:schemeClr val="tx1"/>
                </a:solidFill>
              </a:rPr>
              <a:t>made available in remember portal post July month.</a:t>
            </a:r>
          </a:p>
          <a:p>
            <a:pPr marL="342900" marR="0" lvl="0" indent="-342900">
              <a:spcAft>
                <a:spcPts val="0"/>
              </a:spcAft>
              <a:buFont typeface="+mj-lt"/>
              <a:buAutoNum type="arabicPeriod"/>
            </a:pPr>
            <a:r>
              <a:rPr lang="en-IN" sz="1600" b="1" dirty="0">
                <a:solidFill>
                  <a:schemeClr val="tx1"/>
                </a:solidFill>
              </a:rPr>
              <a:t>Investment Proof </a:t>
            </a:r>
            <a:r>
              <a:rPr lang="en-IN" sz="1600" dirty="0">
                <a:solidFill>
                  <a:schemeClr val="tx1"/>
                </a:solidFill>
              </a:rPr>
              <a:t>- Upload all tax proof soft copies and ensure approval before your Last working day. PACE HR </a:t>
            </a:r>
            <a:r>
              <a:rPr lang="en-US" sz="1600" dirty="0">
                <a:solidFill>
                  <a:schemeClr val="tx1"/>
                </a:solidFill>
              </a:rPr>
              <a:t>→ Main Menu</a:t>
            </a:r>
            <a:r>
              <a:rPr lang="en-IN" sz="1600" dirty="0">
                <a:solidFill>
                  <a:schemeClr val="tx1"/>
                </a:solidFill>
              </a:rPr>
              <a:t> </a:t>
            </a:r>
            <a:r>
              <a:rPr lang="en-US" sz="1600" dirty="0">
                <a:solidFill>
                  <a:schemeClr val="tx1"/>
                </a:solidFill>
              </a:rPr>
              <a:t>→ </a:t>
            </a:r>
            <a:r>
              <a:rPr lang="en-IN" sz="1600" dirty="0">
                <a:solidFill>
                  <a:schemeClr val="tx1"/>
                </a:solidFill>
              </a:rPr>
              <a:t>Employee Self Service </a:t>
            </a:r>
            <a:r>
              <a:rPr lang="en-US" sz="1600" dirty="0">
                <a:solidFill>
                  <a:schemeClr val="tx1"/>
                </a:solidFill>
              </a:rPr>
              <a:t>→</a:t>
            </a:r>
            <a:r>
              <a:rPr lang="en-IN" sz="1600" dirty="0">
                <a:solidFill>
                  <a:schemeClr val="tx1"/>
                </a:solidFill>
              </a:rPr>
              <a:t> Payroll and Compensation </a:t>
            </a:r>
            <a:r>
              <a:rPr lang="en-US" sz="1600" dirty="0">
                <a:solidFill>
                  <a:schemeClr val="tx1"/>
                </a:solidFill>
              </a:rPr>
              <a:t>→</a:t>
            </a:r>
            <a:r>
              <a:rPr lang="en-IN" sz="1600" dirty="0">
                <a:solidFill>
                  <a:schemeClr val="tx1"/>
                </a:solidFill>
              </a:rPr>
              <a:t> India Pay </a:t>
            </a:r>
            <a:r>
              <a:rPr lang="en-US" sz="1600" dirty="0">
                <a:solidFill>
                  <a:schemeClr val="tx1"/>
                </a:solidFill>
              </a:rPr>
              <a:t>→</a:t>
            </a:r>
            <a:r>
              <a:rPr lang="en-IN" sz="1600" dirty="0">
                <a:solidFill>
                  <a:schemeClr val="tx1"/>
                </a:solidFill>
              </a:rPr>
              <a:t> Transaction </a:t>
            </a:r>
            <a:r>
              <a:rPr lang="en-US" sz="1600" dirty="0">
                <a:solidFill>
                  <a:schemeClr val="tx1"/>
                </a:solidFill>
              </a:rPr>
              <a:t>→</a:t>
            </a:r>
            <a:r>
              <a:rPr lang="en-IN" sz="1600" dirty="0">
                <a:solidFill>
                  <a:schemeClr val="tx1"/>
                </a:solidFill>
              </a:rPr>
              <a:t> Tax Saving Declarations IND </a:t>
            </a:r>
            <a:r>
              <a:rPr lang="en-US" sz="1600" dirty="0">
                <a:solidFill>
                  <a:schemeClr val="tx1"/>
                </a:solidFill>
              </a:rPr>
              <a:t>→</a:t>
            </a:r>
            <a:r>
              <a:rPr lang="en-IN" sz="1600" dirty="0">
                <a:solidFill>
                  <a:schemeClr val="tx1"/>
                </a:solidFill>
              </a:rPr>
              <a:t> Documents </a:t>
            </a:r>
            <a:r>
              <a:rPr lang="en-US" sz="1600" dirty="0">
                <a:solidFill>
                  <a:schemeClr val="tx1"/>
                </a:solidFill>
              </a:rPr>
              <a:t>→</a:t>
            </a:r>
            <a:r>
              <a:rPr lang="en-IN" sz="1600" dirty="0">
                <a:solidFill>
                  <a:schemeClr val="tx1"/>
                </a:solidFill>
              </a:rPr>
              <a:t> Other Investments </a:t>
            </a:r>
            <a:r>
              <a:rPr lang="en-US" sz="1600" dirty="0">
                <a:solidFill>
                  <a:schemeClr val="tx1"/>
                </a:solidFill>
              </a:rPr>
              <a:t>→</a:t>
            </a:r>
            <a:r>
              <a:rPr lang="en-IN" sz="1600" dirty="0">
                <a:solidFill>
                  <a:schemeClr val="tx1"/>
                </a:solidFill>
              </a:rPr>
              <a:t> upload.</a:t>
            </a:r>
          </a:p>
          <a:p>
            <a:pPr marL="342900" marR="0" lvl="0" indent="-342900">
              <a:spcAft>
                <a:spcPts val="0"/>
              </a:spcAft>
              <a:buFont typeface="+mj-lt"/>
              <a:buAutoNum type="arabicPeriod"/>
            </a:pPr>
            <a:r>
              <a:rPr lang="en-US" sz="1600" b="1" dirty="0">
                <a:solidFill>
                  <a:schemeClr val="tx1"/>
                </a:solidFill>
              </a:rPr>
              <a:t>PF &amp; UAN </a:t>
            </a:r>
            <a:r>
              <a:rPr lang="en-US" sz="1600" dirty="0">
                <a:solidFill>
                  <a:schemeClr val="tx1"/>
                </a:solidFill>
              </a:rPr>
              <a:t>number are available in the </a:t>
            </a:r>
            <a:r>
              <a:rPr lang="en-US" sz="1600" dirty="0" err="1">
                <a:solidFill>
                  <a:schemeClr val="tx1"/>
                </a:solidFill>
              </a:rPr>
              <a:t>payslips</a:t>
            </a:r>
            <a:r>
              <a:rPr lang="en-US" sz="1600" dirty="0">
                <a:solidFill>
                  <a:schemeClr val="tx1"/>
                </a:solidFill>
              </a:rPr>
              <a:t>.</a:t>
            </a:r>
          </a:p>
          <a:p>
            <a:pPr marL="342900" marR="0" lvl="0" indent="-342900">
              <a:spcAft>
                <a:spcPts val="0"/>
              </a:spcAft>
              <a:buFont typeface="+mj-lt"/>
              <a:buAutoNum type="arabicPeriod"/>
            </a:pPr>
            <a:r>
              <a:rPr lang="en-US" sz="1600" dirty="0">
                <a:solidFill>
                  <a:schemeClr val="tx1"/>
                </a:solidFill>
              </a:rPr>
              <a:t>Experience letters will get triggered to your personal mail id once your FFS is processed and it is positive.</a:t>
            </a:r>
          </a:p>
          <a:p>
            <a:pPr marL="342900" marR="0" lvl="0" indent="-342900">
              <a:spcBef>
                <a:spcPts val="0"/>
              </a:spcBef>
              <a:spcAft>
                <a:spcPts val="0"/>
              </a:spcAft>
              <a:buFont typeface="Symbol" panose="05050102010706020507" pitchFamily="18" charset="2"/>
              <a:buChar char=""/>
            </a:pPr>
            <a:endParaRPr lang="en-US" sz="1600" dirty="0">
              <a:solidFill>
                <a:schemeClr val="tx1"/>
              </a:solidFill>
              <a:ea typeface="Calibri" panose="020F0502020204030204" pitchFamily="34" charset="0"/>
            </a:endParaRPr>
          </a:p>
        </p:txBody>
      </p:sp>
    </p:spTree>
    <p:extLst>
      <p:ext uri="{BB962C8B-B14F-4D97-AF65-F5344CB8AC3E}">
        <p14:creationId xmlns:p14="http://schemas.microsoft.com/office/powerpoint/2010/main" val="3365331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01429-3BE2-A67F-AE22-DFB0CE917630}"/>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156B6D85-DBA9-2F1B-A3BB-7B2C84B7461A}"/>
              </a:ext>
            </a:extLst>
          </p:cNvPr>
          <p:cNvSpPr txBox="1">
            <a:spLocks/>
          </p:cNvSpPr>
          <p:nvPr/>
        </p:nvSpPr>
        <p:spPr>
          <a:xfrm>
            <a:off x="817705" y="244172"/>
            <a:ext cx="10556590" cy="633112"/>
          </a:xfrm>
          <a:prstGeom prst="rect">
            <a:avLst/>
          </a:prstGeom>
        </p:spPr>
        <p:txBody>
          <a:bodyPr>
            <a:normAutofit/>
          </a:bodyPr>
          <a:lstStyle>
            <a:lvl1pPr marL="0" indent="0" algn="l" defTabSz="914400" rtl="0" eaLnBrk="1" latinLnBrk="0" hangingPunct="1">
              <a:lnSpc>
                <a:spcPct val="100000"/>
              </a:lnSpc>
              <a:spcBef>
                <a:spcPts val="1000"/>
              </a:spcBef>
              <a:buFontTx/>
              <a:buNone/>
              <a:defRPr sz="3200" b="0" i="0" kern="1200" baseline="0">
                <a:solidFill>
                  <a:srgbClr val="4D4D4F"/>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spcAft>
                <a:spcPts val="0"/>
              </a:spcAft>
            </a:pPr>
            <a:r>
              <a:rPr lang="en-IN" b="1" dirty="0">
                <a:solidFill>
                  <a:srgbClr val="000000"/>
                </a:solidFill>
                <a:effectLst/>
                <a:latin typeface="Arial" panose="020B0604020202020204" pitchFamily="34" charset="0"/>
                <a:ea typeface="Calibri" panose="020F0502020204030204" pitchFamily="34" charset="0"/>
                <a:cs typeface="Arial" panose="020B0604020202020204" pitchFamily="34" charset="0"/>
              </a:rPr>
              <a:t>Employment Verification</a:t>
            </a:r>
            <a:endParaRPr lang="en-US" b="1" u="sng" dirty="0"/>
          </a:p>
        </p:txBody>
      </p:sp>
      <p:sp>
        <p:nvSpPr>
          <p:cNvPr id="5" name="Text Placeholder 2">
            <a:extLst>
              <a:ext uri="{FF2B5EF4-FFF2-40B4-BE49-F238E27FC236}">
                <a16:creationId xmlns:a16="http://schemas.microsoft.com/office/drawing/2014/main" id="{F2D67202-FA8B-34BF-95E1-68E4EFFE2A12}"/>
              </a:ext>
            </a:extLst>
          </p:cNvPr>
          <p:cNvSpPr txBox="1">
            <a:spLocks/>
          </p:cNvSpPr>
          <p:nvPr/>
        </p:nvSpPr>
        <p:spPr>
          <a:xfrm>
            <a:off x="817705" y="877285"/>
            <a:ext cx="10556590" cy="633112"/>
          </a:xfrm>
          <a:prstGeom prst="rect">
            <a:avLst/>
          </a:prstGeom>
        </p:spPr>
        <p:txBody>
          <a:bodyPr>
            <a:noAutofit/>
          </a:bodyPr>
          <a:lstStyle>
            <a:lvl1pPr marL="0" indent="0" algn="l" defTabSz="914400" rtl="0" eaLnBrk="1" latinLnBrk="0" hangingPunct="1">
              <a:lnSpc>
                <a:spcPct val="100000"/>
              </a:lnSpc>
              <a:spcBef>
                <a:spcPts val="1000"/>
              </a:spcBef>
              <a:buFontTx/>
              <a:buNone/>
              <a:tabLst/>
              <a:defRPr sz="1400" kern="1200" baseline="0">
                <a:solidFill>
                  <a:srgbClr val="4D4D4F"/>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fontAlgn="auto">
              <a:spcAft>
                <a:spcPts val="0"/>
              </a:spcAft>
              <a:buFont typeface="Arial" panose="020B0604020202020204" pitchFamily="34" charset="0"/>
              <a:buChar char="•"/>
            </a:pPr>
            <a:r>
              <a:rPr lang="en-IN" sz="1600" dirty="0">
                <a:solidFill>
                  <a:schemeClr val="tx1"/>
                </a:solidFill>
              </a:rPr>
              <a:t>Kindly ask your new organization to raise a request via </a:t>
            </a:r>
            <a:r>
              <a:rPr lang="en-IN" sz="1600" dirty="0">
                <a:solidFill>
                  <a:schemeClr val="accent5">
                    <a:lumMod val="75000"/>
                  </a:schemeClr>
                </a:solidFill>
                <a:hlinkClick r:id="rId2">
                  <a:extLst>
                    <a:ext uri="{A12FA001-AC4F-418D-AE19-62706E023703}">
                      <ahyp:hlinkClr xmlns:ahyp="http://schemas.microsoft.com/office/drawing/2018/hyperlinkcolor" val="tx"/>
                    </a:ext>
                  </a:extLst>
                </a:hlinkClick>
              </a:rPr>
              <a:t>https://exempverify.techmahindra.com/UserList.aspx</a:t>
            </a:r>
            <a:r>
              <a:rPr lang="en-IN" sz="1600" dirty="0">
                <a:solidFill>
                  <a:schemeClr val="accent5">
                    <a:lumMod val="75000"/>
                  </a:schemeClr>
                </a:solidFill>
              </a:rPr>
              <a:t> </a:t>
            </a:r>
            <a:r>
              <a:rPr lang="en-IN" sz="1600" dirty="0">
                <a:solidFill>
                  <a:schemeClr val="tx1"/>
                </a:solidFill>
              </a:rPr>
              <a:t>portal for any verification, they will receive the verification via portal.</a:t>
            </a:r>
          </a:p>
        </p:txBody>
      </p:sp>
      <p:sp>
        <p:nvSpPr>
          <p:cNvPr id="2" name="Text Placeholder 1">
            <a:extLst>
              <a:ext uri="{FF2B5EF4-FFF2-40B4-BE49-F238E27FC236}">
                <a16:creationId xmlns:a16="http://schemas.microsoft.com/office/drawing/2014/main" id="{40602F26-4F4C-E365-EC33-D40BF3144D4A}"/>
              </a:ext>
            </a:extLst>
          </p:cNvPr>
          <p:cNvSpPr>
            <a:spLocks noGrp="1"/>
          </p:cNvSpPr>
          <p:nvPr>
            <p:ph type="body" sz="quarter" idx="11"/>
          </p:nvPr>
        </p:nvSpPr>
        <p:spPr>
          <a:xfrm>
            <a:off x="817705" y="1579402"/>
            <a:ext cx="10556590" cy="633112"/>
          </a:xfrm>
        </p:spPr>
        <p:txBody>
          <a:bodyPr/>
          <a:lstStyle/>
          <a:p>
            <a:pPr algn="ctr"/>
            <a:r>
              <a:rPr lang="en-IN" b="1" dirty="0">
                <a:solidFill>
                  <a:srgbClr val="000000"/>
                </a:solidFill>
                <a:ea typeface="Calibri" panose="020F0502020204030204" pitchFamily="34" charset="0"/>
              </a:rPr>
              <a:t>Queries Post Exit</a:t>
            </a:r>
            <a:endParaRPr lang="en-US" b="1" dirty="0"/>
          </a:p>
        </p:txBody>
      </p:sp>
      <p:sp>
        <p:nvSpPr>
          <p:cNvPr id="3" name="Text Placeholder 2">
            <a:extLst>
              <a:ext uri="{FF2B5EF4-FFF2-40B4-BE49-F238E27FC236}">
                <a16:creationId xmlns:a16="http://schemas.microsoft.com/office/drawing/2014/main" id="{88F1EDFF-EC5F-F901-EE56-B151CE4B0556}"/>
              </a:ext>
            </a:extLst>
          </p:cNvPr>
          <p:cNvSpPr>
            <a:spLocks noGrp="1"/>
          </p:cNvSpPr>
          <p:nvPr>
            <p:ph type="body" sz="quarter" idx="12"/>
          </p:nvPr>
        </p:nvSpPr>
        <p:spPr>
          <a:xfrm>
            <a:off x="817705" y="2281519"/>
            <a:ext cx="10556590" cy="1117040"/>
          </a:xfrm>
        </p:spPr>
        <p:txBody>
          <a:bodyPr/>
          <a:lstStyle/>
          <a:p>
            <a:pPr marL="342900" marR="0" lvl="0" indent="-342900">
              <a:spcBef>
                <a:spcPts val="0"/>
              </a:spcBef>
              <a:spcAft>
                <a:spcPts val="0"/>
              </a:spcAft>
              <a:buFont typeface="Calibri" panose="020F0502020204030204" pitchFamily="34" charset="0"/>
              <a:buChar char="•"/>
            </a:pPr>
            <a:r>
              <a:rPr lang="en-IN" sz="1600" dirty="0">
                <a:solidFill>
                  <a:schemeClr val="tx1"/>
                </a:solidFill>
              </a:rPr>
              <a:t>If you have any queries after exit, you can raise a request in the Re-Member portal </a:t>
            </a:r>
            <a:r>
              <a:rPr lang="en-IN" sz="1600" dirty="0">
                <a:solidFill>
                  <a:schemeClr val="accent5">
                    <a:lumMod val="75000"/>
                  </a:schemeClr>
                </a:solidFill>
                <a:hlinkClick r:id="rId3">
                  <a:extLst>
                    <a:ext uri="{A12FA001-AC4F-418D-AE19-62706E023703}">
                      <ahyp:hlinkClr xmlns:ahyp="http://schemas.microsoft.com/office/drawing/2018/hyperlinkcolor" val="tx"/>
                    </a:ext>
                  </a:extLst>
                </a:hlinkClick>
              </a:rPr>
              <a:t>https://remember.techmahindra.com/loginpages/loginnew.aspx</a:t>
            </a:r>
            <a:r>
              <a:rPr lang="en-US" sz="1600" dirty="0">
                <a:solidFill>
                  <a:schemeClr val="tx1"/>
                </a:solidFill>
              </a:rPr>
              <a:t>.</a:t>
            </a:r>
          </a:p>
          <a:p>
            <a:pPr marL="342900" marR="0" lvl="0" indent="-342900">
              <a:spcBef>
                <a:spcPts val="0"/>
              </a:spcBef>
              <a:spcAft>
                <a:spcPts val="0"/>
              </a:spcAft>
              <a:buFont typeface="Calibri" panose="020F0502020204030204" pitchFamily="34" charset="0"/>
              <a:buChar char="•"/>
            </a:pPr>
            <a:r>
              <a:rPr lang="en-IN" sz="1600" dirty="0">
                <a:solidFill>
                  <a:schemeClr val="tx1"/>
                </a:solidFill>
              </a:rPr>
              <a:t>You will be able to register 3 days after your LWD and you must have your personal email ID on file in Pace-HR in order to register</a:t>
            </a:r>
            <a:r>
              <a:rPr lang="en-IN" sz="1600" dirty="0">
                <a:solidFill>
                  <a:srgbClr val="000000"/>
                </a:solidFill>
                <a:effectLst/>
                <a:ea typeface="Times New Roman" panose="02020603050405020304" pitchFamily="18" charset="0"/>
              </a:rPr>
              <a:t>.to the remember portal</a:t>
            </a:r>
          </a:p>
          <a:p>
            <a:pPr marL="342900" marR="0" lvl="0" indent="-342900">
              <a:spcBef>
                <a:spcPts val="0"/>
              </a:spcBef>
              <a:spcAft>
                <a:spcPts val="0"/>
              </a:spcAft>
              <a:buFont typeface="Calibri" panose="020F0502020204030204" pitchFamily="34" charset="0"/>
              <a:buChar char="•"/>
            </a:pPr>
            <a:endParaRPr lang="en-IN" sz="16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7" name="Text Placeholder 2">
            <a:extLst>
              <a:ext uri="{FF2B5EF4-FFF2-40B4-BE49-F238E27FC236}">
                <a16:creationId xmlns:a16="http://schemas.microsoft.com/office/drawing/2014/main" id="{55CAE44E-0547-94BF-B91D-A62FE0874A23}"/>
              </a:ext>
            </a:extLst>
          </p:cNvPr>
          <p:cNvSpPr txBox="1">
            <a:spLocks/>
          </p:cNvSpPr>
          <p:nvPr/>
        </p:nvSpPr>
        <p:spPr>
          <a:xfrm>
            <a:off x="817705" y="4031671"/>
            <a:ext cx="10556590" cy="1996058"/>
          </a:xfrm>
          <a:prstGeom prst="rect">
            <a:avLst/>
          </a:prstGeom>
        </p:spPr>
        <p:txBody>
          <a:bodyPr>
            <a:noAutofit/>
          </a:bodyPr>
          <a:lstStyle>
            <a:lvl1pPr marL="0" indent="0" algn="l" defTabSz="914400" rtl="0" eaLnBrk="1" latinLnBrk="0" hangingPunct="1">
              <a:lnSpc>
                <a:spcPct val="100000"/>
              </a:lnSpc>
              <a:spcBef>
                <a:spcPts val="1000"/>
              </a:spcBef>
              <a:buFontTx/>
              <a:buNone/>
              <a:tabLst/>
              <a:defRPr sz="1400" kern="1200" baseline="0">
                <a:solidFill>
                  <a:srgbClr val="4D4D4F"/>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fontAlgn="auto">
              <a:spcBef>
                <a:spcPts val="0"/>
              </a:spcBef>
              <a:spcAft>
                <a:spcPts val="0"/>
              </a:spcAft>
              <a:buFont typeface="Calibri" panose="020F0502020204030204" pitchFamily="34" charset="0"/>
              <a:buChar char="•"/>
            </a:pPr>
            <a:r>
              <a:rPr lang="en-IN" sz="1600" dirty="0">
                <a:solidFill>
                  <a:schemeClr val="tx1"/>
                </a:solidFill>
              </a:rPr>
              <a:t>Go to </a:t>
            </a:r>
            <a:r>
              <a:rPr lang="en-IN" sz="1600" dirty="0">
                <a:solidFill>
                  <a:schemeClr val="accent5">
                    <a:lumMod val="75000"/>
                  </a:schemeClr>
                </a:solidFill>
                <a:hlinkClick r:id="rId3">
                  <a:extLst>
                    <a:ext uri="{A12FA001-AC4F-418D-AE19-62706E023703}">
                      <ahyp:hlinkClr xmlns:ahyp="http://schemas.microsoft.com/office/drawing/2018/hyperlinkcolor" val="tx"/>
                    </a:ext>
                  </a:extLst>
                </a:hlinkClick>
              </a:rPr>
              <a:t>https://remember.techmahindra.com/loginpages/loginnew.aspx</a:t>
            </a:r>
            <a:endParaRPr lang="en-IN" sz="1600" dirty="0">
              <a:solidFill>
                <a:schemeClr val="accent5">
                  <a:lumMod val="75000"/>
                </a:schemeClr>
              </a:solidFill>
            </a:endParaRPr>
          </a:p>
          <a:p>
            <a:pPr marL="342900" indent="-342900" fontAlgn="auto">
              <a:spcBef>
                <a:spcPts val="0"/>
              </a:spcBef>
              <a:spcAft>
                <a:spcPts val="0"/>
              </a:spcAft>
              <a:buFont typeface="Calibri" panose="020F0502020204030204" pitchFamily="34" charset="0"/>
              <a:buChar char="•"/>
            </a:pPr>
            <a:r>
              <a:rPr lang="en-IN" sz="1600" dirty="0">
                <a:solidFill>
                  <a:schemeClr val="tx1"/>
                </a:solidFill>
              </a:rPr>
              <a:t>Enter your associate ID (GID) and click on continue.</a:t>
            </a:r>
          </a:p>
          <a:p>
            <a:pPr marL="342900" indent="-342900" fontAlgn="auto">
              <a:spcBef>
                <a:spcPts val="0"/>
              </a:spcBef>
              <a:spcAft>
                <a:spcPts val="0"/>
              </a:spcAft>
              <a:buFont typeface="Calibri" panose="020F0502020204030204" pitchFamily="34" charset="0"/>
              <a:buChar char="•"/>
            </a:pPr>
            <a:r>
              <a:rPr lang="en-IN" sz="1600" dirty="0">
                <a:solidFill>
                  <a:schemeClr val="tx1"/>
                </a:solidFill>
              </a:rPr>
              <a:t>You will get redirected to the registration page.</a:t>
            </a:r>
          </a:p>
          <a:p>
            <a:pPr marL="342900" indent="-342900" fontAlgn="auto">
              <a:spcBef>
                <a:spcPts val="0"/>
              </a:spcBef>
              <a:spcAft>
                <a:spcPts val="0"/>
              </a:spcAft>
              <a:buFont typeface="Calibri" panose="020F0502020204030204" pitchFamily="34" charset="0"/>
              <a:buChar char="•"/>
            </a:pPr>
            <a:r>
              <a:rPr lang="en-IN" sz="1600" dirty="0">
                <a:solidFill>
                  <a:schemeClr val="tx1"/>
                </a:solidFill>
              </a:rPr>
              <a:t>On the registration page enter your date of joining and accept the terms and conditions.</a:t>
            </a:r>
          </a:p>
          <a:p>
            <a:pPr marL="342900" indent="-342900" fontAlgn="auto">
              <a:spcBef>
                <a:spcPts val="0"/>
              </a:spcBef>
              <a:spcAft>
                <a:spcPts val="0"/>
              </a:spcAft>
              <a:buFont typeface="Calibri" panose="020F0502020204030204" pitchFamily="34" charset="0"/>
              <a:buChar char="•"/>
            </a:pPr>
            <a:r>
              <a:rPr lang="en-IN" sz="1600" dirty="0">
                <a:solidFill>
                  <a:schemeClr val="tx1"/>
                </a:solidFill>
              </a:rPr>
              <a:t>Click on the ‘Generate Password’ and password will be sent to your personal email id.</a:t>
            </a:r>
          </a:p>
          <a:p>
            <a:pPr marL="342900" indent="-342900" fontAlgn="auto">
              <a:spcBef>
                <a:spcPts val="0"/>
              </a:spcBef>
              <a:spcAft>
                <a:spcPts val="0"/>
              </a:spcAft>
              <a:buFont typeface="Calibri" panose="020F0502020204030204" pitchFamily="34" charset="0"/>
              <a:buChar char="•"/>
            </a:pPr>
            <a:r>
              <a:rPr lang="en-IN" sz="1600" dirty="0">
                <a:solidFill>
                  <a:schemeClr val="tx1"/>
                </a:solidFill>
              </a:rPr>
              <a:t>After logging in, click on the ‘Communicate’ tab available at the top of the page.</a:t>
            </a:r>
          </a:p>
          <a:p>
            <a:pPr marL="342900" indent="-342900" fontAlgn="auto">
              <a:spcBef>
                <a:spcPts val="0"/>
              </a:spcBef>
              <a:spcAft>
                <a:spcPts val="0"/>
              </a:spcAft>
              <a:buFont typeface="Calibri" panose="020F0502020204030204" pitchFamily="34" charset="0"/>
              <a:buChar char="•"/>
            </a:pPr>
            <a:r>
              <a:rPr lang="en-IN" sz="1600" dirty="0">
                <a:solidFill>
                  <a:schemeClr val="tx1"/>
                </a:solidFill>
              </a:rPr>
              <a:t>You will find a help guide on “How to Register” just above the associate id on the login page.</a:t>
            </a:r>
          </a:p>
        </p:txBody>
      </p:sp>
      <p:sp>
        <p:nvSpPr>
          <p:cNvPr id="8" name="Text Placeholder 1">
            <a:extLst>
              <a:ext uri="{FF2B5EF4-FFF2-40B4-BE49-F238E27FC236}">
                <a16:creationId xmlns:a16="http://schemas.microsoft.com/office/drawing/2014/main" id="{2B0BC805-5994-9C76-FCAE-536C3F4CB169}"/>
              </a:ext>
            </a:extLst>
          </p:cNvPr>
          <p:cNvSpPr txBox="1">
            <a:spLocks/>
          </p:cNvSpPr>
          <p:nvPr/>
        </p:nvSpPr>
        <p:spPr>
          <a:xfrm>
            <a:off x="817705" y="3398559"/>
            <a:ext cx="10556590" cy="633112"/>
          </a:xfrm>
          <a:prstGeom prst="rect">
            <a:avLst/>
          </a:prstGeom>
        </p:spPr>
        <p:txBody>
          <a:bodyPr>
            <a:normAutofit/>
          </a:bodyPr>
          <a:lstStyle>
            <a:lvl1pPr marL="0" indent="0" algn="l" defTabSz="914400" rtl="0" eaLnBrk="1" latinLnBrk="0" hangingPunct="1">
              <a:lnSpc>
                <a:spcPct val="100000"/>
              </a:lnSpc>
              <a:spcBef>
                <a:spcPts val="1000"/>
              </a:spcBef>
              <a:buFontTx/>
              <a:buNone/>
              <a:defRPr sz="3200" b="0" i="0" kern="1200" baseline="0">
                <a:solidFill>
                  <a:srgbClr val="4D4D4F"/>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spcAft>
                <a:spcPts val="0"/>
              </a:spcAft>
            </a:pPr>
            <a:r>
              <a:rPr lang="en-IN" sz="3200" b="1" dirty="0">
                <a:solidFill>
                  <a:srgbClr val="000000"/>
                </a:solidFill>
                <a:effectLst/>
                <a:ea typeface="Calibri" panose="020F0502020204030204" pitchFamily="34" charset="0"/>
              </a:rPr>
              <a:t>Steps to Register</a:t>
            </a:r>
            <a:r>
              <a:rPr lang="en-IN" b="1" dirty="0">
                <a:solidFill>
                  <a:srgbClr val="000000"/>
                </a:solidFill>
                <a:ea typeface="Calibri" panose="020F0502020204030204" pitchFamily="34" charset="0"/>
              </a:rPr>
              <a:t> in Remember Portal</a:t>
            </a:r>
            <a:endParaRPr lang="en-US" b="1" dirty="0">
              <a:solidFill>
                <a:srgbClr val="000000"/>
              </a:solidFill>
              <a:ea typeface="Calibri" panose="020F0502020204030204" pitchFamily="34" charset="0"/>
            </a:endParaRPr>
          </a:p>
        </p:txBody>
      </p:sp>
    </p:spTree>
    <p:extLst>
      <p:ext uri="{BB962C8B-B14F-4D97-AF65-F5344CB8AC3E}">
        <p14:creationId xmlns:p14="http://schemas.microsoft.com/office/powerpoint/2010/main" val="98561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DCFAB-A0FB-EDE2-B591-CFEE190ED0D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3733CFE-75C5-1C21-F7D3-E2C51E5FAF00}"/>
              </a:ext>
            </a:extLst>
          </p:cNvPr>
          <p:cNvSpPr>
            <a:spLocks noGrp="1"/>
          </p:cNvSpPr>
          <p:nvPr>
            <p:ph type="body" sz="quarter" idx="11"/>
          </p:nvPr>
        </p:nvSpPr>
        <p:spPr/>
        <p:txBody>
          <a:bodyPr/>
          <a:lstStyle/>
          <a:p>
            <a:pPr algn="ctr"/>
            <a:r>
              <a:rPr lang="en-IN" sz="3200" b="1" dirty="0">
                <a:solidFill>
                  <a:schemeClr val="tx1"/>
                </a:solidFill>
                <a:effectLst/>
                <a:ea typeface="Calibri" panose="020F0502020204030204" pitchFamily="34" charset="0"/>
              </a:rPr>
              <a:t>PF Withdrawal</a:t>
            </a:r>
            <a:endParaRPr lang="en-US" b="1" u="sng" dirty="0">
              <a:solidFill>
                <a:schemeClr val="tx1"/>
              </a:solidFill>
            </a:endParaRPr>
          </a:p>
        </p:txBody>
      </p:sp>
      <p:sp>
        <p:nvSpPr>
          <p:cNvPr id="3" name="Text Placeholder 2">
            <a:extLst>
              <a:ext uri="{FF2B5EF4-FFF2-40B4-BE49-F238E27FC236}">
                <a16:creationId xmlns:a16="http://schemas.microsoft.com/office/drawing/2014/main" id="{B1218235-4B31-7E5D-2AE7-40483CFB8F6A}"/>
              </a:ext>
            </a:extLst>
          </p:cNvPr>
          <p:cNvSpPr>
            <a:spLocks noGrp="1"/>
          </p:cNvSpPr>
          <p:nvPr>
            <p:ph type="body" sz="quarter" idx="12"/>
          </p:nvPr>
        </p:nvSpPr>
        <p:spPr>
          <a:xfrm>
            <a:off x="817705" y="1273175"/>
            <a:ext cx="10556590" cy="1543767"/>
          </a:xfrm>
        </p:spPr>
        <p:txBody>
          <a:bodyPr/>
          <a:lstStyle/>
          <a:p>
            <a:pPr marL="342900" marR="0" lvl="0" indent="-342900">
              <a:spcBef>
                <a:spcPts val="0"/>
              </a:spcBef>
              <a:spcAft>
                <a:spcPts val="0"/>
              </a:spcAft>
              <a:buFont typeface="Calibri" panose="020F0502020204030204" pitchFamily="34" charset="0"/>
              <a:buChar char="•"/>
            </a:pPr>
            <a:r>
              <a:rPr lang="en-IN" sz="1600" dirty="0">
                <a:solidFill>
                  <a:schemeClr val="tx1"/>
                </a:solidFill>
                <a:effectLst/>
                <a:ea typeface="Calibri" panose="020F0502020204030204" pitchFamily="34" charset="0"/>
              </a:rPr>
              <a:t>Kindly make sure your UAN is active on EPF India portal</a:t>
            </a:r>
          </a:p>
          <a:p>
            <a:pPr marL="342900" marR="0" lvl="0" indent="-342900">
              <a:spcBef>
                <a:spcPts val="0"/>
              </a:spcBef>
              <a:spcAft>
                <a:spcPts val="0"/>
              </a:spcAft>
              <a:buFont typeface="Calibri" panose="020F0502020204030204" pitchFamily="34" charset="0"/>
              <a:buChar char="•"/>
            </a:pPr>
            <a:r>
              <a:rPr lang="en-IN" sz="1600" dirty="0">
                <a:solidFill>
                  <a:schemeClr val="tx1"/>
                </a:solidFill>
                <a:effectLst/>
                <a:ea typeface="Calibri" panose="020F0502020204030204" pitchFamily="34" charset="0"/>
              </a:rPr>
              <a:t>Withdrawal can be done only after 2 months from your last working date from </a:t>
            </a:r>
            <a:r>
              <a:rPr lang="en-IN" sz="1600" dirty="0" err="1">
                <a:solidFill>
                  <a:schemeClr val="tx1"/>
                </a:solidFill>
                <a:effectLst/>
                <a:ea typeface="Calibri" panose="020F0502020204030204" pitchFamily="34" charset="0"/>
              </a:rPr>
              <a:t>TechM</a:t>
            </a:r>
            <a:endParaRPr lang="en-IN" sz="1600" dirty="0">
              <a:solidFill>
                <a:schemeClr val="tx1"/>
              </a:solidFill>
              <a:ea typeface="Calibri" panose="020F0502020204030204" pitchFamily="34" charset="0"/>
            </a:endParaRPr>
          </a:p>
          <a:p>
            <a:pPr marL="342900" marR="0" lvl="0" indent="-342900">
              <a:spcBef>
                <a:spcPts val="0"/>
              </a:spcBef>
              <a:spcAft>
                <a:spcPts val="0"/>
              </a:spcAft>
              <a:buFont typeface="Calibri" panose="020F0502020204030204" pitchFamily="34" charset="0"/>
              <a:buChar char="•"/>
            </a:pPr>
            <a:r>
              <a:rPr lang="en-IN" sz="1600" dirty="0">
                <a:solidFill>
                  <a:schemeClr val="tx1"/>
                </a:solidFill>
                <a:effectLst/>
                <a:ea typeface="Calibri" panose="020F0502020204030204" pitchFamily="34" charset="0"/>
              </a:rPr>
              <a:t>Login to EPF India portal (</a:t>
            </a:r>
            <a:r>
              <a:rPr lang="en-IN" sz="1600" u="sng" dirty="0">
                <a:solidFill>
                  <a:srgbClr val="FDBC5F"/>
                </a:solidFill>
                <a:effectLst/>
                <a:ea typeface="Calibri" panose="020F0502020204030204" pitchFamily="34" charset="0"/>
                <a:hlinkClick r:id="rId2">
                  <a:extLst>
                    <a:ext uri="{A12FA001-AC4F-418D-AE19-62706E023703}">
                      <ahyp:hlinkClr xmlns:ahyp="http://schemas.microsoft.com/office/drawing/2018/hyperlinkcolor" val="tx"/>
                    </a:ext>
                  </a:extLst>
                </a:hlinkClick>
              </a:rPr>
              <a:t>https://unifiedportal-mem.epfindia.gov.in/memberinterface</a:t>
            </a:r>
            <a:r>
              <a:rPr lang="en-IN" sz="1600" u="sng" dirty="0">
                <a:solidFill>
                  <a:schemeClr val="tx1"/>
                </a:solidFill>
                <a:effectLst/>
                <a:ea typeface="Calibri" panose="020F0502020204030204" pitchFamily="34" charset="0"/>
                <a:hlinkClick r:id="rId2">
                  <a:extLst>
                    <a:ext uri="{A12FA001-AC4F-418D-AE19-62706E023703}">
                      <ahyp:hlinkClr xmlns:ahyp="http://schemas.microsoft.com/office/drawing/2018/hyperlinkcolor" val="tx"/>
                    </a:ext>
                  </a:extLst>
                </a:hlinkClick>
              </a:rPr>
              <a:t>/</a:t>
            </a:r>
            <a:r>
              <a:rPr lang="en-IN" sz="1600" dirty="0">
                <a:solidFill>
                  <a:schemeClr val="tx1"/>
                </a:solidFill>
                <a:effectLst/>
                <a:ea typeface="Calibri" panose="020F0502020204030204" pitchFamily="34" charset="0"/>
              </a:rPr>
              <a:t>) using UAN number and password as login credentials for raising an online provident fund withdrawal request under Online Services&gt;&gt; CLAIM (FORM-31,19&amp;10C)</a:t>
            </a:r>
          </a:p>
          <a:p>
            <a:pPr marL="342900" marR="0" lvl="0" indent="-342900">
              <a:spcBef>
                <a:spcPts val="0"/>
              </a:spcBef>
              <a:spcAft>
                <a:spcPts val="0"/>
              </a:spcAft>
              <a:buFont typeface="Calibri" panose="020F0502020204030204" pitchFamily="34" charset="0"/>
              <a:buChar char="•"/>
            </a:pPr>
            <a:r>
              <a:rPr lang="en-IN" sz="1600" dirty="0">
                <a:solidFill>
                  <a:schemeClr val="tx1"/>
                </a:solidFill>
                <a:effectLst/>
                <a:ea typeface="Calibri" panose="020F0502020204030204" pitchFamily="34" charset="0"/>
              </a:rPr>
              <a:t>If you face any challenges, kindly raise a ticket in Re-Member portal under </a:t>
            </a:r>
            <a:r>
              <a:rPr lang="en-IN" sz="1600" dirty="0" err="1">
                <a:solidFill>
                  <a:schemeClr val="tx1"/>
                </a:solidFill>
                <a:effectLst/>
                <a:ea typeface="Calibri" panose="020F0502020204030204" pitchFamily="34" charset="0"/>
              </a:rPr>
              <a:t>TechM</a:t>
            </a:r>
            <a:r>
              <a:rPr lang="en-IN" sz="1600" dirty="0">
                <a:solidFill>
                  <a:schemeClr val="tx1"/>
                </a:solidFill>
                <a:effectLst/>
                <a:ea typeface="Calibri" panose="020F0502020204030204" pitchFamily="34" charset="0"/>
              </a:rPr>
              <a:t> Provident Fund (PF)</a:t>
            </a:r>
            <a:r>
              <a:rPr lang="en-IN" sz="1600" dirty="0">
                <a:ea typeface="Calibri" panose="020F0502020204030204" pitchFamily="34" charset="0"/>
              </a:rPr>
              <a:t> </a:t>
            </a:r>
            <a:r>
              <a:rPr lang="en-IN" sz="1600" dirty="0">
                <a:solidFill>
                  <a:schemeClr val="tx1"/>
                </a:solidFill>
                <a:ea typeface="Calibri" panose="020F0502020204030204" pitchFamily="34" charset="0"/>
              </a:rPr>
              <a:t>category</a:t>
            </a:r>
            <a:endParaRPr lang="en-IN" sz="1600" u="sng" dirty="0">
              <a:solidFill>
                <a:schemeClr val="tx1"/>
              </a:solidFill>
            </a:endParaRPr>
          </a:p>
        </p:txBody>
      </p:sp>
      <p:sp>
        <p:nvSpPr>
          <p:cNvPr id="4" name="Text Placeholder 1">
            <a:extLst>
              <a:ext uri="{FF2B5EF4-FFF2-40B4-BE49-F238E27FC236}">
                <a16:creationId xmlns:a16="http://schemas.microsoft.com/office/drawing/2014/main" id="{FF323744-A026-3217-DDDF-FF16C77A1234}"/>
              </a:ext>
            </a:extLst>
          </p:cNvPr>
          <p:cNvSpPr txBox="1">
            <a:spLocks/>
          </p:cNvSpPr>
          <p:nvPr/>
        </p:nvSpPr>
        <p:spPr>
          <a:xfrm>
            <a:off x="970105" y="3423124"/>
            <a:ext cx="10556590" cy="633112"/>
          </a:xfrm>
          <a:prstGeom prst="rect">
            <a:avLst/>
          </a:prstGeom>
        </p:spPr>
        <p:txBody>
          <a:bodyPr>
            <a:normAutofit/>
          </a:bodyPr>
          <a:lstStyle>
            <a:lvl1pPr marL="0" indent="0" algn="l" defTabSz="914400" rtl="0" eaLnBrk="1" latinLnBrk="0" hangingPunct="1">
              <a:lnSpc>
                <a:spcPct val="100000"/>
              </a:lnSpc>
              <a:spcBef>
                <a:spcPts val="1000"/>
              </a:spcBef>
              <a:buFontTx/>
              <a:buNone/>
              <a:defRPr sz="3200" b="0" i="0" kern="1200" baseline="0">
                <a:solidFill>
                  <a:srgbClr val="4D4D4F"/>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spcAft>
                <a:spcPts val="0"/>
              </a:spcAft>
            </a:pPr>
            <a:r>
              <a:rPr lang="en-IN" sz="3200" b="1" dirty="0">
                <a:solidFill>
                  <a:schemeClr val="tx1"/>
                </a:solidFill>
                <a:effectLst/>
                <a:ea typeface="Calibri" panose="020F0502020204030204" pitchFamily="34" charset="0"/>
              </a:rPr>
              <a:t>PF Transfer</a:t>
            </a:r>
            <a:endParaRPr lang="en-US" b="1" dirty="0">
              <a:solidFill>
                <a:schemeClr val="tx1"/>
              </a:solidFill>
              <a:ea typeface="Calibri" panose="020F0502020204030204" pitchFamily="34" charset="0"/>
            </a:endParaRPr>
          </a:p>
        </p:txBody>
      </p:sp>
      <p:sp>
        <p:nvSpPr>
          <p:cNvPr id="5" name="Text Placeholder 2">
            <a:extLst>
              <a:ext uri="{FF2B5EF4-FFF2-40B4-BE49-F238E27FC236}">
                <a16:creationId xmlns:a16="http://schemas.microsoft.com/office/drawing/2014/main" id="{CAD0A561-835C-01C8-00AF-98BB6DA38DC0}"/>
              </a:ext>
            </a:extLst>
          </p:cNvPr>
          <p:cNvSpPr txBox="1">
            <a:spLocks/>
          </p:cNvSpPr>
          <p:nvPr/>
        </p:nvSpPr>
        <p:spPr>
          <a:xfrm>
            <a:off x="970105" y="4183517"/>
            <a:ext cx="10556590" cy="1996058"/>
          </a:xfrm>
          <a:prstGeom prst="rect">
            <a:avLst/>
          </a:prstGeom>
        </p:spPr>
        <p:txBody>
          <a:bodyPr>
            <a:noAutofit/>
          </a:bodyPr>
          <a:lstStyle>
            <a:lvl1pPr marL="0" indent="0" algn="l" defTabSz="914400" rtl="0" eaLnBrk="1" latinLnBrk="0" hangingPunct="1">
              <a:lnSpc>
                <a:spcPct val="100000"/>
              </a:lnSpc>
              <a:spcBef>
                <a:spcPts val="1000"/>
              </a:spcBef>
              <a:buFontTx/>
              <a:buNone/>
              <a:tabLst/>
              <a:defRPr sz="1400" kern="1200" baseline="0">
                <a:solidFill>
                  <a:srgbClr val="4D4D4F"/>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fontAlgn="auto">
              <a:spcBef>
                <a:spcPts val="0"/>
              </a:spcBef>
              <a:spcAft>
                <a:spcPts val="0"/>
              </a:spcAft>
              <a:buFont typeface="Arial" panose="020B0604020202020204" pitchFamily="34" charset="0"/>
              <a:buChar char="•"/>
            </a:pPr>
            <a:r>
              <a:rPr lang="en-IN" sz="1600" dirty="0">
                <a:solidFill>
                  <a:schemeClr val="tx1"/>
                </a:solidFill>
                <a:effectLst/>
                <a:ea typeface="Times New Roman" panose="02020603050405020304" pitchFamily="18" charset="0"/>
              </a:rPr>
              <a:t>Kindly make sure your UAN is active on EPF India portal</a:t>
            </a:r>
          </a:p>
          <a:p>
            <a:pPr marL="285750" indent="-285750" fontAlgn="auto">
              <a:spcBef>
                <a:spcPts val="0"/>
              </a:spcBef>
              <a:spcAft>
                <a:spcPts val="0"/>
              </a:spcAft>
              <a:buFont typeface="Arial" panose="020B0604020202020204" pitchFamily="34" charset="0"/>
              <a:buChar char="•"/>
            </a:pPr>
            <a:r>
              <a:rPr lang="en-US" sz="1600" dirty="0">
                <a:solidFill>
                  <a:schemeClr val="tx1"/>
                </a:solidFill>
                <a:effectLst/>
                <a:ea typeface="Calibri" panose="020F0502020204030204" pitchFamily="34" charset="0"/>
              </a:rPr>
              <a:t>Transfer to be initiated by associates next employer basis the UAN no and after first payroll.</a:t>
            </a:r>
            <a:endParaRPr lang="en-IN" sz="1600" dirty="0">
              <a:solidFill>
                <a:schemeClr val="tx1"/>
              </a:solidFill>
            </a:endParaRPr>
          </a:p>
        </p:txBody>
      </p:sp>
    </p:spTree>
    <p:extLst>
      <p:ext uri="{BB962C8B-B14F-4D97-AF65-F5344CB8AC3E}">
        <p14:creationId xmlns:p14="http://schemas.microsoft.com/office/powerpoint/2010/main" val="127994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C929E-3147-5C4E-1742-1DF128E04B9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FE3582A-0865-0C15-AFB9-3BCB66506B9A}"/>
              </a:ext>
            </a:extLst>
          </p:cNvPr>
          <p:cNvSpPr>
            <a:spLocks noGrp="1"/>
          </p:cNvSpPr>
          <p:nvPr>
            <p:ph type="body" sz="quarter" idx="11"/>
          </p:nvPr>
        </p:nvSpPr>
        <p:spPr/>
        <p:txBody>
          <a:bodyPr/>
          <a:lstStyle/>
          <a:p>
            <a:pPr algn="ctr"/>
            <a:r>
              <a:rPr lang="en-US" sz="3200" b="1" dirty="0">
                <a:solidFill>
                  <a:schemeClr val="tx1"/>
                </a:solidFill>
              </a:rPr>
              <a:t>Important Line Items to be Rechecked</a:t>
            </a:r>
            <a:endParaRPr lang="en-US" b="1" dirty="0">
              <a:solidFill>
                <a:schemeClr val="tx1"/>
              </a:solidFill>
            </a:endParaRPr>
          </a:p>
        </p:txBody>
      </p:sp>
      <p:sp>
        <p:nvSpPr>
          <p:cNvPr id="3" name="Text Placeholder 2">
            <a:extLst>
              <a:ext uri="{FF2B5EF4-FFF2-40B4-BE49-F238E27FC236}">
                <a16:creationId xmlns:a16="http://schemas.microsoft.com/office/drawing/2014/main" id="{9099CD46-94C6-5303-7516-B76DF3F9F93D}"/>
              </a:ext>
            </a:extLst>
          </p:cNvPr>
          <p:cNvSpPr>
            <a:spLocks noGrp="1"/>
          </p:cNvSpPr>
          <p:nvPr>
            <p:ph type="body" sz="quarter" idx="12"/>
          </p:nvPr>
        </p:nvSpPr>
        <p:spPr/>
        <p:txBody>
          <a:bodyPr/>
          <a:lstStyle/>
          <a:p>
            <a:pPr marL="342900" marR="0" lvl="0" indent="-342900">
              <a:spcBef>
                <a:spcPts val="0"/>
              </a:spcBef>
              <a:spcAft>
                <a:spcPts val="0"/>
              </a:spcAft>
              <a:buFont typeface="Calibri" panose="020F0502020204030204" pitchFamily="34" charset="0"/>
              <a:buChar char="•"/>
            </a:pPr>
            <a:r>
              <a:rPr lang="en-US" sz="1800" dirty="0">
                <a:solidFill>
                  <a:schemeClr val="tx1"/>
                </a:solidFill>
              </a:rPr>
              <a:t>TIM Assets</a:t>
            </a:r>
          </a:p>
          <a:p>
            <a:pPr marL="342900" marR="0" lvl="0" indent="-342900">
              <a:spcBef>
                <a:spcPts val="0"/>
              </a:spcBef>
              <a:spcAft>
                <a:spcPts val="0"/>
              </a:spcAft>
              <a:buFont typeface="Calibri" panose="020F0502020204030204" pitchFamily="34" charset="0"/>
              <a:buChar char="•"/>
            </a:pPr>
            <a:r>
              <a:rPr lang="en-US" sz="1800" dirty="0">
                <a:solidFill>
                  <a:schemeClr val="tx1"/>
                </a:solidFill>
              </a:rPr>
              <a:t>Access Card</a:t>
            </a:r>
          </a:p>
          <a:p>
            <a:pPr marL="342900" marR="0" lvl="0" indent="-342900">
              <a:spcBef>
                <a:spcPts val="0"/>
              </a:spcBef>
              <a:spcAft>
                <a:spcPts val="0"/>
              </a:spcAft>
              <a:buFont typeface="Calibri" panose="020F0502020204030204" pitchFamily="34" charset="0"/>
              <a:buChar char="•"/>
            </a:pPr>
            <a:r>
              <a:rPr lang="en-US" sz="1800" dirty="0">
                <a:solidFill>
                  <a:schemeClr val="tx1"/>
                </a:solidFill>
              </a:rPr>
              <a:t>ERA(Travel Advance, </a:t>
            </a:r>
            <a:r>
              <a:rPr lang="en-US" sz="1800" dirty="0" err="1">
                <a:solidFill>
                  <a:schemeClr val="tx1"/>
                </a:solidFill>
              </a:rPr>
              <a:t>etc</a:t>
            </a:r>
            <a:r>
              <a:rPr lang="en-US" sz="1800" dirty="0">
                <a:solidFill>
                  <a:schemeClr val="tx1"/>
                </a:solidFill>
              </a:rPr>
              <a:t>,.)</a:t>
            </a:r>
          </a:p>
          <a:p>
            <a:pPr marL="342900" marR="0" lvl="0" indent="-342900">
              <a:spcBef>
                <a:spcPts val="0"/>
              </a:spcBef>
              <a:spcAft>
                <a:spcPts val="0"/>
              </a:spcAft>
              <a:buFont typeface="Calibri" panose="020F0502020204030204" pitchFamily="34" charset="0"/>
              <a:buChar char="•"/>
            </a:pPr>
            <a:r>
              <a:rPr lang="en-US" sz="1800" dirty="0">
                <a:solidFill>
                  <a:schemeClr val="tx1"/>
                </a:solidFill>
              </a:rPr>
              <a:t>Joining Bonus</a:t>
            </a:r>
          </a:p>
          <a:p>
            <a:pPr marL="342900" marR="0" lvl="0" indent="-342900">
              <a:spcBef>
                <a:spcPts val="0"/>
              </a:spcBef>
              <a:spcAft>
                <a:spcPts val="0"/>
              </a:spcAft>
              <a:buFont typeface="Calibri" panose="020F0502020204030204" pitchFamily="34" charset="0"/>
              <a:buChar char="•"/>
            </a:pPr>
            <a:r>
              <a:rPr lang="en-US" sz="1800" dirty="0">
                <a:solidFill>
                  <a:schemeClr val="tx1"/>
                </a:solidFill>
              </a:rPr>
              <a:t>Retention Bonus</a:t>
            </a:r>
          </a:p>
          <a:p>
            <a:pPr marL="342900" marR="0" lvl="0" indent="-342900">
              <a:spcBef>
                <a:spcPts val="0"/>
              </a:spcBef>
              <a:spcAft>
                <a:spcPts val="0"/>
              </a:spcAft>
              <a:buFont typeface="Calibri" panose="020F0502020204030204" pitchFamily="34" charset="0"/>
              <a:buChar char="•"/>
            </a:pPr>
            <a:r>
              <a:rPr lang="en-US" sz="1800" dirty="0">
                <a:solidFill>
                  <a:schemeClr val="tx1"/>
                </a:solidFill>
              </a:rPr>
              <a:t>Incentives as applicable</a:t>
            </a:r>
          </a:p>
          <a:p>
            <a:pPr marL="342900" marR="0" lvl="0" indent="-342900">
              <a:spcBef>
                <a:spcPts val="0"/>
              </a:spcBef>
              <a:spcAft>
                <a:spcPts val="0"/>
              </a:spcAft>
              <a:buFont typeface="Calibri" panose="020F0502020204030204" pitchFamily="34" charset="0"/>
              <a:buChar char="•"/>
            </a:pPr>
            <a:r>
              <a:rPr lang="en-US" sz="1800" dirty="0">
                <a:solidFill>
                  <a:schemeClr val="tx1"/>
                </a:solidFill>
              </a:rPr>
              <a:t>Shift allowances</a:t>
            </a:r>
          </a:p>
          <a:p>
            <a:pPr marL="342900" marR="0" lvl="0" indent="-342900">
              <a:spcBef>
                <a:spcPts val="0"/>
              </a:spcBef>
              <a:spcAft>
                <a:spcPts val="0"/>
              </a:spcAft>
              <a:buFont typeface="Calibri" panose="020F0502020204030204" pitchFamily="34" charset="0"/>
              <a:buChar char="•"/>
            </a:pPr>
            <a:r>
              <a:rPr lang="en-US" sz="1800" dirty="0">
                <a:solidFill>
                  <a:schemeClr val="tx1"/>
                </a:solidFill>
              </a:rPr>
              <a:t>Extra Working/Double Days as applicable</a:t>
            </a:r>
          </a:p>
          <a:p>
            <a:pPr marL="342900" marR="0" lvl="0" indent="-342900">
              <a:spcBef>
                <a:spcPts val="0"/>
              </a:spcBef>
              <a:spcAft>
                <a:spcPts val="0"/>
              </a:spcAft>
              <a:buFont typeface="Calibri" panose="020F0502020204030204" pitchFamily="34" charset="0"/>
              <a:buChar char="•"/>
            </a:pPr>
            <a:r>
              <a:rPr lang="en-US" sz="1800" dirty="0">
                <a:solidFill>
                  <a:schemeClr val="tx1"/>
                </a:solidFill>
              </a:rPr>
              <a:t>Leave approvals</a:t>
            </a:r>
          </a:p>
          <a:p>
            <a:pPr marL="342900" marR="0" lvl="0" indent="-342900">
              <a:spcBef>
                <a:spcPts val="0"/>
              </a:spcBef>
              <a:spcAft>
                <a:spcPts val="0"/>
              </a:spcAft>
              <a:buFont typeface="Calibri" panose="020F0502020204030204" pitchFamily="34" charset="0"/>
              <a:buChar char="•"/>
            </a:pPr>
            <a:r>
              <a:rPr lang="en-US" sz="1800" dirty="0">
                <a:solidFill>
                  <a:schemeClr val="tx1"/>
                </a:solidFill>
              </a:rPr>
              <a:t>Work permit/visa cancellation (If Valid)</a:t>
            </a:r>
            <a:endParaRPr lang="en-IN" sz="180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388820831"/>
      </p:ext>
    </p:extLst>
  </p:cSld>
  <p:clrMapOvr>
    <a:masterClrMapping/>
  </p:clrMapOvr>
</p:sld>
</file>

<file path=ppt/theme/theme1.xml><?xml version="1.0" encoding="utf-8"?>
<a:theme xmlns:a="http://schemas.openxmlformats.org/drawingml/2006/main" name="Custom Design">
  <a:themeElements>
    <a:clrScheme name="Custom 3">
      <a:dk1>
        <a:sysClr val="windowText" lastClr="000000"/>
      </a:dk1>
      <a:lt1>
        <a:sysClr val="window" lastClr="FFFFFF"/>
      </a:lt1>
      <a:dk2>
        <a:srgbClr val="6D6E71"/>
      </a:dk2>
      <a:lt2>
        <a:srgbClr val="A7A9AC"/>
      </a:lt2>
      <a:accent1>
        <a:srgbClr val="E31837"/>
      </a:accent1>
      <a:accent2>
        <a:srgbClr val="F3901D"/>
      </a:accent2>
      <a:accent3>
        <a:srgbClr val="FDBC5F"/>
      </a:accent3>
      <a:accent4>
        <a:srgbClr val="7C3520"/>
      </a:accent4>
      <a:accent5>
        <a:srgbClr val="E31837"/>
      </a:accent5>
      <a:accent6>
        <a:srgbClr val="F3901D"/>
      </a:accent6>
      <a:hlink>
        <a:srgbClr val="FDBC5F"/>
      </a:hlink>
      <a:folHlink>
        <a:srgbClr val="7C352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_revised" id="{F24FDE07-0231-46DB-8A85-DD71CABAFF05}" vid="{E3F74DCA-3D8E-4421-A42F-7C1D1ACCF2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LikesCount xmlns="http://schemas.microsoft.com/sharepoint/v3" xsi:nil="true"/>
    <Mandatory_x0020_Tags_x0020__x0028_Key_x0020_words_x0029_ xmlns="4b5ff5d1-d666-4322-b250-cceca5c0f204">PPT Template</Mandatory_x0020_Tags_x0020__x0028_Key_x0020_words_x0029_>
    <Asset_x0020_File_x0020_Name xmlns="4b5ff5d1-d666-4322-b250-cceca5c0f204">PPT Template</Asset_x0020_File_x0020_Name>
    <Ratings xmlns="http://schemas.microsoft.com/sharepoint/v3" xsi:nil="true"/>
    <Asset_x0020_Subcolony xmlns="4b5ff5d1-d666-4322-b250-cceca5c0f204">Market Analysis</Asset_x0020_Subcolony>
    <LikedBy xmlns="http://schemas.microsoft.com/sharepoint/v3">
      <UserInfo>
        <DisplayName/>
        <AccountId xsi:nil="true"/>
        <AccountType/>
      </UserInfo>
    </LikedBy>
    <Asset_x0020_Description xmlns="4b5ff5d1-d666-4322-b250-cceca5c0f204">File to be used as template to make presentations, proposals and picth.</Asset_x0020_Description>
    <Asset_x0020_Colony xmlns="4b5ff5d1-d666-4322-b250-cceca5c0f204">Classified</Asset_x0020_Colony>
    <Remarks xmlns="4b5ff5d1-d666-4322-b250-cceca5c0f204">PPT Template</Remarks>
    <RatedBy xmlns="http://schemas.microsoft.com/sharepoint/v3">
      <UserInfo>
        <DisplayName/>
        <AccountId xsi:nil="true"/>
        <AccountType/>
      </UserInfo>
    </RatedBy>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DFE3CA3CDCDD94CADAEA6F3044E544C" ma:contentTypeVersion="12" ma:contentTypeDescription="Create a new document." ma:contentTypeScope="" ma:versionID="8c73d077d462d1e2d5d31c4a2aaa3e67">
  <xsd:schema xmlns:xsd="http://www.w3.org/2001/XMLSchema" xmlns:xs="http://www.w3.org/2001/XMLSchema" xmlns:p="http://schemas.microsoft.com/office/2006/metadata/properties" xmlns:ns1="http://schemas.microsoft.com/sharepoint/v3" xmlns:ns2="4b5ff5d1-d666-4322-b250-cceca5c0f204" targetNamespace="http://schemas.microsoft.com/office/2006/metadata/properties" ma:root="true" ma:fieldsID="ffe64427accbaa13eff2473b284d2db9" ns1:_="" ns2:_="">
    <xsd:import namespace="http://schemas.microsoft.com/sharepoint/v3"/>
    <xsd:import namespace="4b5ff5d1-d666-4322-b250-cceca5c0f204"/>
    <xsd:element name="properties">
      <xsd:complexType>
        <xsd:sequence>
          <xsd:element name="documentManagement">
            <xsd:complexType>
              <xsd:all>
                <xsd:element ref="ns2:Asset_x0020_File_x0020_Name"/>
                <xsd:element ref="ns2:Asset_x0020_Description"/>
                <xsd:element ref="ns2:Asset_x0020_Colony"/>
                <xsd:element ref="ns2:Asset_x0020_Subcolony"/>
                <xsd:element ref="ns2:Mandatory_x0020_Tags_x0020__x0028_Key_x0020_words_x0029_"/>
                <xsd:element ref="ns2:Remarks" minOccurs="0"/>
                <xsd:element ref="ns1:AverageRating" minOccurs="0"/>
                <xsd:element ref="ns1:RatingCount" minOccurs="0"/>
                <xsd:element ref="ns1:RatedBy" minOccurs="0"/>
                <xsd:element ref="ns1:Ratings" minOccurs="0"/>
                <xsd:element ref="ns1:LikesCount" minOccurs="0"/>
                <xsd:element ref="ns1:LikedB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14" nillable="true" ma:displayName="Rating (0-5)" ma:decimals="2" ma:description="Average value of all the ratings that have been submitted" ma:internalName="AverageRating" ma:readOnly="true">
      <xsd:simpleType>
        <xsd:restriction base="dms:Number"/>
      </xsd:simpleType>
    </xsd:element>
    <xsd:element name="RatingCount" ma:index="15" nillable="true" ma:displayName="Number of Ratings" ma:decimals="0" ma:description="Number of ratings submitted" ma:internalName="RatingCount" ma:readOnly="true">
      <xsd:simpleType>
        <xsd:restriction base="dms:Number"/>
      </xsd:simpleType>
    </xsd:element>
    <xsd:element name="RatedBy" ma:index="16" nillable="true" ma:displayName="Rated By" ma:description="Users rated the item." ma:hidden="true" ma:list="UserInfo" ma:internalName="Rat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atings" ma:index="17" nillable="true" ma:displayName="User ratings" ma:description="User ratings for the item" ma:hidden="true" ma:internalName="Ratings">
      <xsd:simpleType>
        <xsd:restriction base="dms:Note"/>
      </xsd:simpleType>
    </xsd:element>
    <xsd:element name="LikesCount" ma:index="18" nillable="true" ma:displayName="Number of Likes" ma:internalName="LikesCount">
      <xsd:simpleType>
        <xsd:restriction base="dms:Unknown"/>
      </xsd:simpleType>
    </xsd:element>
    <xsd:element name="LikedBy" ma:index="19" nillable="true" ma:displayName="Liked By" ma:hidden="true" ma:list="UserInfo" ma:internalName="Lik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b5ff5d1-d666-4322-b250-cceca5c0f204" elementFormDefault="qualified">
    <xsd:import namespace="http://schemas.microsoft.com/office/2006/documentManagement/types"/>
    <xsd:import namespace="http://schemas.microsoft.com/office/infopath/2007/PartnerControls"/>
    <xsd:element name="Asset_x0020_File_x0020_Name" ma:index="8" ma:displayName="Asset File Name" ma:internalName="Asset_x0020_File_x0020_Name">
      <xsd:simpleType>
        <xsd:restriction base="dms:Text">
          <xsd:maxLength value="255"/>
        </xsd:restriction>
      </xsd:simpleType>
    </xsd:element>
    <xsd:element name="Asset_x0020_Description" ma:index="9" ma:displayName="Asset Description" ma:internalName="Asset_x0020_Description">
      <xsd:simpleType>
        <xsd:restriction base="dms:Note">
          <xsd:maxLength value="255"/>
        </xsd:restriction>
      </xsd:simpleType>
    </xsd:element>
    <xsd:element name="Asset_x0020_Colony" ma:index="10" ma:displayName="Asset Colony" ma:default="Classified" ma:format="Dropdown" ma:internalName="Asset_x0020_Colony">
      <xsd:simpleType>
        <xsd:restriction base="dms:Choice">
          <xsd:enumeration value="Classified"/>
          <xsd:enumeration value="Engagement"/>
          <xsd:enumeration value="Marketing"/>
          <xsd:enumeration value="Plans"/>
          <xsd:enumeration value="Sales"/>
          <xsd:enumeration value="Support"/>
          <xsd:enumeration value="Testing"/>
        </xsd:restriction>
      </xsd:simpleType>
    </xsd:element>
    <xsd:element name="Asset_x0020_Subcolony" ma:index="11" ma:displayName="Asset Subcolony" ma:default="Market Analysis" ma:format="Dropdown" ma:internalName="Asset_x0020_Subcolony">
      <xsd:simpleType>
        <xsd:restriction base="dms:Choice">
          <xsd:enumeration value="Market Analysis"/>
          <xsd:enumeration value="Conceptualization"/>
          <xsd:enumeration value="Campaigns"/>
          <xsd:enumeration value="Commercialization"/>
          <xsd:enumeration value="Competition"/>
          <xsd:enumeration value="Leads"/>
          <xsd:enumeration value="Partners"/>
          <xsd:enumeration value="Build and Testing"/>
        </xsd:restriction>
      </xsd:simpleType>
    </xsd:element>
    <xsd:element name="Mandatory_x0020_Tags_x0020__x0028_Key_x0020_words_x0029_" ma:index="12" ma:displayName="Mandatory Tags (Key words)" ma:internalName="Mandatory_x0020_Tags_x0020__x0028_Key_x0020_words_x0029_">
      <xsd:simpleType>
        <xsd:restriction base="dms:Text">
          <xsd:maxLength value="255"/>
        </xsd:restriction>
      </xsd:simpleType>
    </xsd:element>
    <xsd:element name="Remarks" ma:index="13" nillable="true" ma:displayName="Remarks" ma:internalName="Remark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0B3A14-0F09-4A5A-AEC4-1E6EBA155821}">
  <ds:schemaRefs>
    <ds:schemaRef ds:uri="http://purl.org/dc/terms/"/>
    <ds:schemaRef ds:uri="http://purl.org/dc/elements/1.1/"/>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4b5ff5d1-d666-4322-b250-cceca5c0f204"/>
    <ds:schemaRef ds:uri="http://schemas.microsoft.com/sharepoint/v3"/>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E0A1B877-42DF-448B-A257-86EBCF04CE7C}">
  <ds:schemaRefs>
    <ds:schemaRef ds:uri="http://schemas.microsoft.com/sharepoint/v3/contenttype/forms"/>
  </ds:schemaRefs>
</ds:datastoreItem>
</file>

<file path=customXml/itemProps3.xml><?xml version="1.0" encoding="utf-8"?>
<ds:datastoreItem xmlns:ds="http://schemas.openxmlformats.org/officeDocument/2006/customXml" ds:itemID="{B56E9091-E786-4D99-A41E-C7EDED685C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b5ff5d1-d666-4322-b250-cceca5c0f2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26660</TotalTime>
  <Words>1124</Words>
  <Application>Microsoft Office PowerPoint</Application>
  <PresentationFormat>Widescreen</PresentationFormat>
  <Paragraphs>60</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Symbol</vt:lpstr>
      <vt:lpstr>Times New Roman</vt:lpstr>
      <vt:lpstr>Custom Design</vt:lpstr>
      <vt:lpstr>Separation Process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Heading Comes Here</dc:title>
  <dc:creator>Ileni Rahul Reddy</dc:creator>
  <cp:lastModifiedBy>Firdous Fatima3</cp:lastModifiedBy>
  <cp:revision>37</cp:revision>
  <dcterms:created xsi:type="dcterms:W3CDTF">2023-08-22T12:16:41Z</dcterms:created>
  <dcterms:modified xsi:type="dcterms:W3CDTF">2025-09-29T09:12:01Z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0x0101004DFE3CA3CDCDD94CADAEA6F3044E544C</vt:lpwstr>
  </property>
  <property fmtid="{D5CDD505-2E9C-101B-9397-08002B2CF9AE}" pid="3" name="Categories0">
    <vt:lpwstr>System Elements</vt:lpwstr>
  </property>
  <property fmtid="{D5CDD505-2E9C-101B-9397-08002B2CF9AE}" pid="4" name="Buisness">
    <vt:lpwstr>Corporate</vt:lpwstr>
  </property>
  <property fmtid="{D5CDD505-2E9C-101B-9397-08002B2CF9AE}" pid="5" name="DLPManualFileClassification">
    <vt:lpwstr>{1A067545-A4E2-4FA1-8094-0D7902669705}</vt:lpwstr>
  </property>
  <property fmtid="{D5CDD505-2E9C-101B-9397-08002B2CF9AE}" pid="6" name="DLPManualFileClassificationLastModifiedBy">
    <vt:lpwstr>TECHMAHINDRA\EH00502061</vt:lpwstr>
  </property>
  <property fmtid="{D5CDD505-2E9C-101B-9397-08002B2CF9AE}" pid="7" name="DLPManualFileClassificationLastModificationDate">
    <vt:lpwstr>1520406007</vt:lpwstr>
  </property>
  <property fmtid="{D5CDD505-2E9C-101B-9397-08002B2CF9AE}" pid="8" name="DLPManualFileClassificationVersion">
    <vt:lpwstr>10.0.100.37</vt:lpwstr>
  </property>
  <property fmtid="{D5CDD505-2E9C-101B-9397-08002B2CF9AE}" pid="9" name="MSIP_Label_7331f486-f8b5-456b-a19a-dbe0d296c5fd_Enabled">
    <vt:lpwstr>true</vt:lpwstr>
  </property>
  <property fmtid="{D5CDD505-2E9C-101B-9397-08002B2CF9AE}" pid="10" name="MSIP_Label_7331f486-f8b5-456b-a19a-dbe0d296c5fd_SetDate">
    <vt:lpwstr>2022-09-20T13:41:11Z</vt:lpwstr>
  </property>
  <property fmtid="{D5CDD505-2E9C-101B-9397-08002B2CF9AE}" pid="11" name="MSIP_Label_7331f486-f8b5-456b-a19a-dbe0d296c5fd_Method">
    <vt:lpwstr>Standard</vt:lpwstr>
  </property>
  <property fmtid="{D5CDD505-2E9C-101B-9397-08002B2CF9AE}" pid="12" name="MSIP_Label_7331f486-f8b5-456b-a19a-dbe0d296c5fd_Name">
    <vt:lpwstr>Company Confidential Internal Use</vt:lpwstr>
  </property>
  <property fmtid="{D5CDD505-2E9C-101B-9397-08002B2CF9AE}" pid="13" name="MSIP_Label_7331f486-f8b5-456b-a19a-dbe0d296c5fd_SiteId">
    <vt:lpwstr>edf442f5-b994-4c86-a131-b42b03a16c95</vt:lpwstr>
  </property>
  <property fmtid="{D5CDD505-2E9C-101B-9397-08002B2CF9AE}" pid="14" name="MSIP_Label_7331f486-f8b5-456b-a19a-dbe0d296c5fd_ActionId">
    <vt:lpwstr>1dccdc25-820b-4398-b43d-c18baf6c0bbb</vt:lpwstr>
  </property>
  <property fmtid="{D5CDD505-2E9C-101B-9397-08002B2CF9AE}" pid="15" name="MSIP_Label_7331f486-f8b5-456b-a19a-dbe0d296c5fd_ContentBits">
    <vt:lpwstr>0</vt:lpwstr>
  </property>
</Properties>
</file>